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-182880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00000">
            <a:off x="182880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365760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200000">
            <a:off x="548640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200000">
            <a:off x="731520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200000">
            <a:off x="914400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00000">
            <a:off x="10972800" y="0"/>
            <a:ext cx="640080" cy="9144000"/>
          </a:xfrm>
          <a:prstGeom prst="rect">
            <a:avLst/>
          </a:prstGeom>
          <a:solidFill>
            <a:srgbClr val="6366F1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005840"/>
            <a:ext cx="137160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 V1.0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16916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Propuestas de Rediseno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685800" y="2697480"/>
            <a:ext cx="32004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opciones de diseno para modernizar la interfaz de COSP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52044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564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operativo en tiempo real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93192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867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de turnos avanzada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34340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793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RRHH y legajos de empleados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90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 de clientes y objetivos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  -  Grupo Bacar SA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26680" y="832104"/>
            <a:ext cx="2057400" cy="260604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777240"/>
            <a:ext cx="205740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777240"/>
            <a:ext cx="205740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914400"/>
            <a:ext cx="347472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4968" y="1005840"/>
            <a:ext cx="219456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28432" y="914400"/>
            <a:ext cx="1709928" cy="329184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5008" y="1325880"/>
            <a:ext cx="347472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1325880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67344" y="1325880"/>
            <a:ext cx="347472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67344" y="1325880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0" y="1325880"/>
            <a:ext cx="347472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0" y="1325880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72016" y="1325880"/>
            <a:ext cx="347472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72016" y="1325880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1920240"/>
            <a:ext cx="1600200" cy="201168"/>
          </a:xfrm>
          <a:prstGeom prst="rect">
            <a:avLst/>
          </a:prstGeom>
          <a:solidFill>
            <a:srgbClr val="0D1117"/>
          </a:solidFill>
          <a:ln w="254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5008" y="2139696"/>
            <a:ext cx="1600200" cy="201168"/>
          </a:xfrm>
          <a:prstGeom prst="rect">
            <a:avLst/>
          </a:prstGeom>
          <a:solidFill>
            <a:srgbClr val="161B22"/>
          </a:solidFill>
          <a:ln w="254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5008" y="2359152"/>
            <a:ext cx="1600200" cy="201168"/>
          </a:xfrm>
          <a:prstGeom prst="rect">
            <a:avLst/>
          </a:prstGeom>
          <a:solidFill>
            <a:srgbClr val="0D1117"/>
          </a:solidFill>
          <a:ln w="254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65008" y="2578608"/>
            <a:ext cx="1600200" cy="201168"/>
          </a:xfrm>
          <a:prstGeom prst="rect">
            <a:avLst/>
          </a:prstGeom>
          <a:solidFill>
            <a:srgbClr val="161B22"/>
          </a:solidFill>
          <a:ln w="254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5008" y="2798064"/>
            <a:ext cx="1600200" cy="201168"/>
          </a:xfrm>
          <a:prstGeom prst="rect">
            <a:avLst/>
          </a:prstGeom>
          <a:solidFill>
            <a:srgbClr val="0D1117"/>
          </a:solidFill>
          <a:ln w="254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65008" y="3017520"/>
            <a:ext cx="1600200" cy="201168"/>
          </a:xfrm>
          <a:prstGeom prst="rect">
            <a:avLst/>
          </a:prstGeom>
          <a:solidFill>
            <a:srgbClr val="161B22"/>
          </a:solidFill>
          <a:ln w="254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4472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Dark Premium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966960" y="832104"/>
            <a:ext cx="2057400" cy="260604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21240" y="777240"/>
            <a:ext cx="2057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21240" y="777240"/>
            <a:ext cx="205740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21240" y="914400"/>
            <a:ext cx="347472" cy="2468880"/>
          </a:xfrm>
          <a:prstGeom prst="rect">
            <a:avLst/>
          </a:prstGeom>
          <a:solidFill>
            <a:srgbClr val="1818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85248" y="1005840"/>
            <a:ext cx="219456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68712" y="914400"/>
            <a:ext cx="17099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05288" y="1325880"/>
            <a:ext cx="3474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05288" y="1325880"/>
            <a:ext cx="36576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07624" y="1325880"/>
            <a:ext cx="3474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707624" y="1325880"/>
            <a:ext cx="36576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09960" y="1325880"/>
            <a:ext cx="3474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09960" y="1325880"/>
            <a:ext cx="36576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12296" y="1325880"/>
            <a:ext cx="3474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512296" y="1325880"/>
            <a:ext cx="36576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05288" y="1920240"/>
            <a:ext cx="16002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6366F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05288" y="2139696"/>
            <a:ext cx="1600200" cy="201168"/>
          </a:xfrm>
          <a:prstGeom prst="rect">
            <a:avLst/>
          </a:prstGeom>
          <a:solidFill>
            <a:srgbClr val="18181B"/>
          </a:solidFill>
          <a:ln w="2540">
            <a:solidFill>
              <a:srgbClr val="6366F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05288" y="2359152"/>
            <a:ext cx="16002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6366F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05288" y="2578608"/>
            <a:ext cx="1600200" cy="201168"/>
          </a:xfrm>
          <a:prstGeom prst="rect">
            <a:avLst/>
          </a:prstGeom>
          <a:solidFill>
            <a:srgbClr val="18181B"/>
          </a:solidFill>
          <a:ln w="2540">
            <a:solidFill>
              <a:srgbClr val="6366F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305288" y="2798064"/>
            <a:ext cx="1600200" cy="201168"/>
          </a:xfrm>
          <a:prstGeom prst="rect">
            <a:avLst/>
          </a:prstGeom>
          <a:solidFill>
            <a:srgbClr val="FFFFFF"/>
          </a:solidFill>
          <a:ln w="2540">
            <a:solidFill>
              <a:srgbClr val="6366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05288" y="3017520"/>
            <a:ext cx="1600200" cy="201168"/>
          </a:xfrm>
          <a:prstGeom prst="rect">
            <a:avLst/>
          </a:prstGeom>
          <a:solidFill>
            <a:srgbClr val="18181B"/>
          </a:solidFill>
          <a:ln w="2540">
            <a:solidFill>
              <a:srgbClr val="636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921240" y="34472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Light &amp; Clean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726680" y="3712464"/>
            <a:ext cx="2057400" cy="260604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80960" y="3657600"/>
            <a:ext cx="205740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80960" y="3657600"/>
            <a:ext cx="205740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80960" y="3794760"/>
            <a:ext cx="347472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44968" y="3886200"/>
            <a:ext cx="219456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28432" y="3794760"/>
            <a:ext cx="1709928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65008" y="4206240"/>
            <a:ext cx="347472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4206240"/>
            <a:ext cx="36576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67344" y="4206240"/>
            <a:ext cx="347472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67344" y="4206240"/>
            <a:ext cx="36576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69680" y="4206240"/>
            <a:ext cx="347472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69680" y="4206240"/>
            <a:ext cx="36576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72016" y="4206240"/>
            <a:ext cx="347472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72016" y="4206240"/>
            <a:ext cx="36576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65008" y="4800600"/>
            <a:ext cx="1600200" cy="201168"/>
          </a:xfrm>
          <a:prstGeom prst="rect">
            <a:avLst/>
          </a:prstGeom>
          <a:solidFill>
            <a:srgbClr val="0F172A"/>
          </a:solidFill>
          <a:ln w="2540">
            <a:solidFill>
              <a:srgbClr val="38BDF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008" y="5020056"/>
            <a:ext cx="1600200" cy="201168"/>
          </a:xfrm>
          <a:prstGeom prst="rect">
            <a:avLst/>
          </a:prstGeom>
          <a:solidFill>
            <a:srgbClr val="1E293B"/>
          </a:solidFill>
          <a:ln w="2540">
            <a:solidFill>
              <a:srgbClr val="38BDF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65008" y="5239512"/>
            <a:ext cx="1600200" cy="201168"/>
          </a:xfrm>
          <a:prstGeom prst="rect">
            <a:avLst/>
          </a:prstGeom>
          <a:solidFill>
            <a:srgbClr val="0F172A"/>
          </a:solidFill>
          <a:ln w="2540">
            <a:solidFill>
              <a:srgbClr val="38BDF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65008" y="5458968"/>
            <a:ext cx="1600200" cy="201168"/>
          </a:xfrm>
          <a:prstGeom prst="rect">
            <a:avLst/>
          </a:prstGeom>
          <a:solidFill>
            <a:srgbClr val="1E293B"/>
          </a:solidFill>
          <a:ln w="2540">
            <a:solidFill>
              <a:srgbClr val="38BDF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65008" y="5678424"/>
            <a:ext cx="1600200" cy="201168"/>
          </a:xfrm>
          <a:prstGeom prst="rect">
            <a:avLst/>
          </a:prstGeom>
          <a:solidFill>
            <a:srgbClr val="0F172A"/>
          </a:solidFill>
          <a:ln w="2540">
            <a:solidFill>
              <a:srgbClr val="38BDF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65008" y="5897880"/>
            <a:ext cx="1600200" cy="201168"/>
          </a:xfrm>
          <a:prstGeom prst="rect">
            <a:avLst/>
          </a:prstGeom>
          <a:solidFill>
            <a:srgbClr val="1E293B"/>
          </a:solidFill>
          <a:ln w="2540">
            <a:solidFill>
              <a:srgbClr val="38BDF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80960" y="63276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Glassmorphism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966960" y="3712464"/>
            <a:ext cx="2057400" cy="260604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21240" y="3657600"/>
            <a:ext cx="205740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921240" y="3657600"/>
            <a:ext cx="205740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21240" y="3794760"/>
            <a:ext cx="347472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985248" y="3886200"/>
            <a:ext cx="219456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268712" y="3794760"/>
            <a:ext cx="17099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305288" y="4206240"/>
            <a:ext cx="347472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305288" y="4206240"/>
            <a:ext cx="36576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707624" y="4206240"/>
            <a:ext cx="347472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07624" y="4206240"/>
            <a:ext cx="36576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109960" y="4206240"/>
            <a:ext cx="347472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109960" y="4206240"/>
            <a:ext cx="36576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512296" y="4206240"/>
            <a:ext cx="347472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512296" y="4206240"/>
            <a:ext cx="36576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305288" y="4800600"/>
            <a:ext cx="1600200" cy="201168"/>
          </a:xfrm>
          <a:prstGeom prst="rect">
            <a:avLst/>
          </a:prstGeom>
          <a:solidFill>
            <a:srgbClr val="F8FAFC"/>
          </a:solidFill>
          <a:ln w="2540">
            <a:solidFill>
              <a:srgbClr val="E11D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305288" y="5020056"/>
            <a:ext cx="1600200" cy="201168"/>
          </a:xfrm>
          <a:prstGeom prst="rect">
            <a:avLst/>
          </a:prstGeom>
          <a:solidFill>
            <a:srgbClr val="1A1A2E"/>
          </a:solidFill>
          <a:ln w="2540">
            <a:solidFill>
              <a:srgbClr val="E11D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305288" y="5239512"/>
            <a:ext cx="1600200" cy="201168"/>
          </a:xfrm>
          <a:prstGeom prst="rect">
            <a:avLst/>
          </a:prstGeom>
          <a:solidFill>
            <a:srgbClr val="F8FAFC"/>
          </a:solidFill>
          <a:ln w="2540">
            <a:solidFill>
              <a:srgbClr val="E11D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305288" y="5458968"/>
            <a:ext cx="1600200" cy="201168"/>
          </a:xfrm>
          <a:prstGeom prst="rect">
            <a:avLst/>
          </a:prstGeom>
          <a:solidFill>
            <a:srgbClr val="1A1A2E"/>
          </a:solidFill>
          <a:ln w="2540">
            <a:solidFill>
              <a:srgbClr val="E11D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05288" y="5678424"/>
            <a:ext cx="1600200" cy="201168"/>
          </a:xfrm>
          <a:prstGeom prst="rect">
            <a:avLst/>
          </a:prstGeom>
          <a:solidFill>
            <a:srgbClr val="F8FAFC"/>
          </a:solidFill>
          <a:ln w="2540">
            <a:solidFill>
              <a:srgbClr val="E11D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05288" y="5897880"/>
            <a:ext cx="1600200" cy="201168"/>
          </a:xfrm>
          <a:prstGeom prst="rect">
            <a:avLst/>
          </a:prstGeom>
          <a:solidFill>
            <a:srgbClr val="1A1A2E"/>
          </a:solidFill>
          <a:ln w="2540">
            <a:solidFill>
              <a:srgbClr val="E11D4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921240" y="63276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Bold &amp; Colorful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01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 A — Dark Premium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Inspirado en GitHub / Linear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" y="868680"/>
            <a:ext cx="7589520" cy="585216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7589520" cy="5852160"/>
          </a:xfrm>
          <a:prstGeom prst="rect">
            <a:avLst/>
          </a:prstGeom>
          <a:solidFill>
            <a:srgbClr val="0D111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EF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EMULADOR LOCAL — datos de prueba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28600" y="960120"/>
            <a:ext cx="384048" cy="57150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228600" y="132588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OPER.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265176" y="1673352"/>
            <a:ext cx="310896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6733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PLAN.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28600" y="20208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RRHH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28600" y="236829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28600" y="271576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228600" y="306324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REP.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28600" y="34107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ANAL.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228600" y="37581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612648" y="960120"/>
            <a:ext cx="7205472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960120"/>
            <a:ext cx="32424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Y TURNOS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Bacar SA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solidFill>
            <a:srgbClr val="166534">
              <a:alpha val="3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TURNOS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22376" y="1719072"/>
            <a:ext cx="1732788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1719072"/>
            <a:ext cx="36576" cy="53035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3816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PLANIFICADOS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2510028" y="1719072"/>
            <a:ext cx="1732788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0028" y="1719072"/>
            <a:ext cx="36576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1468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601468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PRESENTES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4297680" y="1719072"/>
            <a:ext cx="1732788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1719072"/>
            <a:ext cx="36576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389120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AUSENTES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6085332" y="1719072"/>
            <a:ext cx="1732788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5332" y="1719072"/>
            <a:ext cx="36576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6772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176772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VACANTES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722376" y="2359152"/>
            <a:ext cx="4107119" cy="4206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2376" y="2359152"/>
            <a:ext cx="4107119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" y="2359152"/>
            <a:ext cx="1400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EMPLEADO</a:t>
            </a:r>
            <a:endParaRPr lang="en-US" sz="480" dirty="0"/>
          </a:p>
        </p:txBody>
      </p:sp>
      <p:sp>
        <p:nvSpPr>
          <p:cNvPr id="55" name="Text 53"/>
          <p:cNvSpPr/>
          <p:nvPr/>
        </p:nvSpPr>
        <p:spPr>
          <a:xfrm>
            <a:off x="2196444" y="2359152"/>
            <a:ext cx="6616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</a:t>
            </a:r>
            <a:endParaRPr lang="en-US" sz="480" dirty="0"/>
          </a:p>
        </p:txBody>
      </p:sp>
      <p:sp>
        <p:nvSpPr>
          <p:cNvPr id="56" name="Text 54"/>
          <p:cNvSpPr/>
          <p:nvPr/>
        </p:nvSpPr>
        <p:spPr>
          <a:xfrm>
            <a:off x="2894654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480" dirty="0"/>
          </a:p>
        </p:txBody>
      </p:sp>
      <p:sp>
        <p:nvSpPr>
          <p:cNvPr id="57" name="Text 55"/>
          <p:cNvSpPr/>
          <p:nvPr/>
        </p:nvSpPr>
        <p:spPr>
          <a:xfrm>
            <a:off x="3880362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endParaRPr lang="en-US" sz="480" dirty="0"/>
          </a:p>
        </p:txBody>
      </p:sp>
      <p:sp>
        <p:nvSpPr>
          <p:cNvPr id="58" name="Shape 56"/>
          <p:cNvSpPr/>
          <p:nvPr/>
        </p:nvSpPr>
        <p:spPr>
          <a:xfrm>
            <a:off x="722376" y="2578608"/>
            <a:ext cx="4107119" cy="336499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2578608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Garcia, Luis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2159868" y="2578608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2858078" y="2578608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722376" y="2915107"/>
            <a:ext cx="4107119" cy="336499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" y="2915107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Perez, Ana</a:t>
            </a:r>
            <a:endParaRPr lang="en-US" sz="520" dirty="0"/>
          </a:p>
        </p:txBody>
      </p:sp>
      <p:sp>
        <p:nvSpPr>
          <p:cNvPr id="66" name="Text 64"/>
          <p:cNvSpPr/>
          <p:nvPr/>
        </p:nvSpPr>
        <p:spPr>
          <a:xfrm>
            <a:off x="2159868" y="2915107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2858078" y="2915107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Aeropuerto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70" name="Shape 68"/>
          <p:cNvSpPr/>
          <p:nvPr/>
        </p:nvSpPr>
        <p:spPr>
          <a:xfrm>
            <a:off x="722376" y="3251606"/>
            <a:ext cx="4107119" cy="336499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" y="32516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Lopez, Juan</a:t>
            </a:r>
            <a:endParaRPr lang="en-US" sz="520" dirty="0"/>
          </a:p>
        </p:txBody>
      </p:sp>
      <p:sp>
        <p:nvSpPr>
          <p:cNvPr id="72" name="Text 70"/>
          <p:cNvSpPr/>
          <p:nvPr/>
        </p:nvSpPr>
        <p:spPr>
          <a:xfrm>
            <a:off x="2159868" y="32516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2858078" y="32516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 Sec.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722376" y="3588106"/>
            <a:ext cx="4107119" cy="336499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" y="35881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Martinez, Carlos</a:t>
            </a:r>
            <a:endParaRPr lang="en-US" sz="520" dirty="0"/>
          </a:p>
        </p:txBody>
      </p:sp>
      <p:sp>
        <p:nvSpPr>
          <p:cNvPr id="78" name="Text 76"/>
          <p:cNvSpPr/>
          <p:nvPr/>
        </p:nvSpPr>
        <p:spPr>
          <a:xfrm>
            <a:off x="2159868" y="35881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2858078" y="35881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Shopping Cr.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solidFill>
            <a:srgbClr val="EF4444">
              <a:alpha val="18000"/>
            </a:srgbClr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</a:t>
            </a:r>
            <a:endParaRPr lang="en-US" sz="450" dirty="0"/>
          </a:p>
        </p:txBody>
      </p:sp>
      <p:sp>
        <p:nvSpPr>
          <p:cNvPr id="82" name="Shape 80"/>
          <p:cNvSpPr/>
          <p:nvPr/>
        </p:nvSpPr>
        <p:spPr>
          <a:xfrm>
            <a:off x="722376" y="3924605"/>
            <a:ext cx="4107119" cy="336499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" y="3924605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Rodriguez, Pablo</a:t>
            </a:r>
            <a:endParaRPr lang="en-US" sz="520" dirty="0"/>
          </a:p>
        </p:txBody>
      </p:sp>
      <p:sp>
        <p:nvSpPr>
          <p:cNvPr id="84" name="Text 82"/>
          <p:cNvSpPr/>
          <p:nvPr/>
        </p:nvSpPr>
        <p:spPr>
          <a:xfrm>
            <a:off x="2159868" y="3924605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2858078" y="3924605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Muni. Cba.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88" name="Shape 86"/>
          <p:cNvSpPr/>
          <p:nvPr/>
        </p:nvSpPr>
        <p:spPr>
          <a:xfrm>
            <a:off x="722376" y="4261104"/>
            <a:ext cx="4107119" cy="336499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" y="4261104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Fernandez, Graciela</a:t>
            </a:r>
            <a:endParaRPr lang="en-US" sz="520" dirty="0"/>
          </a:p>
        </p:txBody>
      </p:sp>
      <p:sp>
        <p:nvSpPr>
          <p:cNvPr id="90" name="Text 88"/>
          <p:cNvSpPr/>
          <p:nvPr/>
        </p:nvSpPr>
        <p:spPr>
          <a:xfrm>
            <a:off x="2159868" y="4261104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91" name="Text 89"/>
          <p:cNvSpPr/>
          <p:nvPr/>
        </p:nvSpPr>
        <p:spPr>
          <a:xfrm>
            <a:off x="2858078" y="4261104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Prov.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solidFill>
            <a:srgbClr val="F59E0B">
              <a:alpha val="18000"/>
            </a:srgbClr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</a:t>
            </a:r>
            <a:endParaRPr lang="en-US" sz="450" dirty="0"/>
          </a:p>
        </p:txBody>
      </p:sp>
      <p:sp>
        <p:nvSpPr>
          <p:cNvPr id="94" name="Shape 92"/>
          <p:cNvSpPr/>
          <p:nvPr/>
        </p:nvSpPr>
        <p:spPr>
          <a:xfrm>
            <a:off x="722376" y="4597603"/>
            <a:ext cx="4107119" cy="336499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8952" y="4597603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Gimenez, Roberto</a:t>
            </a:r>
            <a:endParaRPr lang="en-US" sz="520" dirty="0"/>
          </a:p>
        </p:txBody>
      </p:sp>
      <p:sp>
        <p:nvSpPr>
          <p:cNvPr id="96" name="Text 94"/>
          <p:cNvSpPr/>
          <p:nvPr/>
        </p:nvSpPr>
        <p:spPr>
          <a:xfrm>
            <a:off x="2159868" y="4597603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(8h)</a:t>
            </a:r>
            <a:endParaRPr lang="en-US" sz="500" dirty="0"/>
          </a:p>
        </p:txBody>
      </p:sp>
      <p:sp>
        <p:nvSpPr>
          <p:cNvPr id="97" name="Text 95"/>
          <p:cNvSpPr/>
          <p:nvPr/>
        </p:nvSpPr>
        <p:spPr>
          <a:xfrm>
            <a:off x="2858078" y="4597603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Bus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0" name="Shape 98"/>
          <p:cNvSpPr/>
          <p:nvPr/>
        </p:nvSpPr>
        <p:spPr>
          <a:xfrm>
            <a:off x="722376" y="4934102"/>
            <a:ext cx="4107119" cy="336499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8952" y="49341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Acosta, Maria</a:t>
            </a:r>
            <a:endParaRPr lang="en-US" sz="520" dirty="0"/>
          </a:p>
        </p:txBody>
      </p:sp>
      <p:sp>
        <p:nvSpPr>
          <p:cNvPr id="102" name="Text 100"/>
          <p:cNvSpPr/>
          <p:nvPr/>
        </p:nvSpPr>
        <p:spPr>
          <a:xfrm>
            <a:off x="2159868" y="49341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103" name="Text 101"/>
          <p:cNvSpPr/>
          <p:nvPr/>
        </p:nvSpPr>
        <p:spPr>
          <a:xfrm>
            <a:off x="2858078" y="49341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Juzgado Fed.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6" name="Shape 104"/>
          <p:cNvSpPr/>
          <p:nvPr/>
        </p:nvSpPr>
        <p:spPr>
          <a:xfrm>
            <a:off x="722376" y="5270602"/>
            <a:ext cx="4107119" cy="336499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58952" y="52706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Vega, Diego</a:t>
            </a:r>
            <a:endParaRPr lang="en-US" sz="520" dirty="0"/>
          </a:p>
        </p:txBody>
      </p:sp>
      <p:sp>
        <p:nvSpPr>
          <p:cNvPr id="108" name="Text 106"/>
          <p:cNvSpPr/>
          <p:nvPr/>
        </p:nvSpPr>
        <p:spPr>
          <a:xfrm>
            <a:off x="2159868" y="52706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109" name="Text 107"/>
          <p:cNvSpPr/>
          <p:nvPr/>
        </p:nvSpPr>
        <p:spPr>
          <a:xfrm>
            <a:off x="2858078" y="52706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Nuc.</a:t>
            </a:r>
            <a:endParaRPr lang="en-US" sz="500" dirty="0"/>
          </a:p>
        </p:txBody>
      </p:sp>
      <p:sp>
        <p:nvSpPr>
          <p:cNvPr id="110" name="Shape 108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112" name="Shape 110"/>
          <p:cNvSpPr/>
          <p:nvPr/>
        </p:nvSpPr>
        <p:spPr>
          <a:xfrm>
            <a:off x="722376" y="5607101"/>
            <a:ext cx="4107119" cy="336499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58952" y="5607101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Sosa, Patricia</a:t>
            </a:r>
            <a:endParaRPr lang="en-US" sz="520" dirty="0"/>
          </a:p>
        </p:txBody>
      </p:sp>
      <p:sp>
        <p:nvSpPr>
          <p:cNvPr id="114" name="Text 112"/>
          <p:cNvSpPr/>
          <p:nvPr/>
        </p:nvSpPr>
        <p:spPr>
          <a:xfrm>
            <a:off x="2159868" y="5607101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115" name="Text 113"/>
          <p:cNvSpPr/>
          <p:nvPr/>
        </p:nvSpPr>
        <p:spPr>
          <a:xfrm>
            <a:off x="2858078" y="5607101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Hipermercado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18" name="Shape 116"/>
          <p:cNvSpPr/>
          <p:nvPr/>
        </p:nvSpPr>
        <p:spPr>
          <a:xfrm>
            <a:off x="722376" y="5943600"/>
            <a:ext cx="4107119" cy="336499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8952" y="5943600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Medina, Hernan</a:t>
            </a:r>
            <a:endParaRPr lang="en-US" sz="520" dirty="0"/>
          </a:p>
        </p:txBody>
      </p:sp>
      <p:sp>
        <p:nvSpPr>
          <p:cNvPr id="120" name="Text 118"/>
          <p:cNvSpPr/>
          <p:nvPr/>
        </p:nvSpPr>
        <p:spPr>
          <a:xfrm>
            <a:off x="2159868" y="5943600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00" dirty="0"/>
          </a:p>
        </p:txBody>
      </p:sp>
      <p:sp>
        <p:nvSpPr>
          <p:cNvPr id="121" name="Text 119"/>
          <p:cNvSpPr/>
          <p:nvPr/>
        </p:nvSpPr>
        <p:spPr>
          <a:xfrm>
            <a:off x="2858078" y="5943600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122" name="Shape 120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solidFill>
            <a:srgbClr val="6B7280">
              <a:alpha val="18000"/>
            </a:srgbClr>
          </a:solidFill>
          <a:ln w="3810">
            <a:solidFill>
              <a:srgbClr val="6B728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FRANCO</a:t>
            </a:r>
            <a:endParaRPr lang="en-US" sz="450" dirty="0"/>
          </a:p>
        </p:txBody>
      </p:sp>
      <p:sp>
        <p:nvSpPr>
          <p:cNvPr id="124" name="Shape 122"/>
          <p:cNvSpPr/>
          <p:nvPr/>
        </p:nvSpPr>
        <p:spPr>
          <a:xfrm>
            <a:off x="4920935" y="2359152"/>
            <a:ext cx="2842321" cy="185074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12375" y="241401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NOVEDADES</a:t>
            </a:r>
            <a:endParaRPr lang="en-US" sz="580" dirty="0"/>
          </a:p>
        </p:txBody>
      </p:sp>
      <p:sp>
        <p:nvSpPr>
          <p:cNvPr id="126" name="Shape 124"/>
          <p:cNvSpPr/>
          <p:nvPr/>
        </p:nvSpPr>
        <p:spPr>
          <a:xfrm>
            <a:off x="5003231" y="267004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22103" y="2633472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 llego tarde 08:14</a:t>
            </a:r>
            <a:endParaRPr lang="en-US" sz="530" dirty="0"/>
          </a:p>
        </p:txBody>
      </p:sp>
      <p:sp>
        <p:nvSpPr>
          <p:cNvPr id="128" name="Shape 126"/>
          <p:cNvSpPr/>
          <p:nvPr/>
        </p:nvSpPr>
        <p:spPr>
          <a:xfrm>
            <a:off x="5003231" y="305958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122103" y="3023006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 en Puerto Sec.</a:t>
            </a:r>
            <a:endParaRPr lang="en-US" sz="530" dirty="0"/>
          </a:p>
        </p:txBody>
      </p:sp>
      <p:sp>
        <p:nvSpPr>
          <p:cNvPr id="130" name="Shape 128"/>
          <p:cNvSpPr/>
          <p:nvPr/>
        </p:nvSpPr>
        <p:spPr>
          <a:xfrm>
            <a:off x="5003231" y="3449117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22103" y="3412541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Nuevo turno asignado</a:t>
            </a:r>
            <a:endParaRPr lang="en-US" sz="530" dirty="0"/>
          </a:p>
        </p:txBody>
      </p:sp>
      <p:sp>
        <p:nvSpPr>
          <p:cNvPr id="132" name="Shape 130"/>
          <p:cNvSpPr/>
          <p:nvPr/>
        </p:nvSpPr>
        <p:spPr>
          <a:xfrm>
            <a:off x="5003231" y="3838651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122103" y="3802075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mayo OK</a:t>
            </a:r>
            <a:endParaRPr lang="en-US" sz="530" dirty="0"/>
          </a:p>
        </p:txBody>
      </p:sp>
      <p:sp>
        <p:nvSpPr>
          <p:cNvPr id="134" name="Shape 132"/>
          <p:cNvSpPr/>
          <p:nvPr/>
        </p:nvSpPr>
        <p:spPr>
          <a:xfrm>
            <a:off x="4920935" y="4264762"/>
            <a:ext cx="2842321" cy="2187245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12375" y="431962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580" dirty="0"/>
          </a:p>
        </p:txBody>
      </p:sp>
      <p:sp>
        <p:nvSpPr>
          <p:cNvPr id="136" name="Text 134"/>
          <p:cNvSpPr/>
          <p:nvPr/>
        </p:nvSpPr>
        <p:spPr>
          <a:xfrm>
            <a:off x="4984943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480" dirty="0"/>
          </a:p>
        </p:txBody>
      </p:sp>
      <p:sp>
        <p:nvSpPr>
          <p:cNvPr id="137" name="Text 135"/>
          <p:cNvSpPr/>
          <p:nvPr/>
        </p:nvSpPr>
        <p:spPr>
          <a:xfrm>
            <a:off x="5372701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480" dirty="0"/>
          </a:p>
        </p:txBody>
      </p:sp>
      <p:sp>
        <p:nvSpPr>
          <p:cNvPr id="138" name="Text 136"/>
          <p:cNvSpPr/>
          <p:nvPr/>
        </p:nvSpPr>
        <p:spPr>
          <a:xfrm>
            <a:off x="5760459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480" dirty="0"/>
          </a:p>
        </p:txBody>
      </p:sp>
      <p:sp>
        <p:nvSpPr>
          <p:cNvPr id="139" name="Text 137"/>
          <p:cNvSpPr/>
          <p:nvPr/>
        </p:nvSpPr>
        <p:spPr>
          <a:xfrm>
            <a:off x="6148217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</a:t>
            </a:r>
            <a:endParaRPr lang="en-US" sz="480" dirty="0"/>
          </a:p>
        </p:txBody>
      </p:sp>
      <p:sp>
        <p:nvSpPr>
          <p:cNvPr id="140" name="Text 138"/>
          <p:cNvSpPr/>
          <p:nvPr/>
        </p:nvSpPr>
        <p:spPr>
          <a:xfrm>
            <a:off x="6535974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480" dirty="0"/>
          </a:p>
        </p:txBody>
      </p:sp>
      <p:sp>
        <p:nvSpPr>
          <p:cNvPr id="141" name="Text 139"/>
          <p:cNvSpPr/>
          <p:nvPr/>
        </p:nvSpPr>
        <p:spPr>
          <a:xfrm>
            <a:off x="6923732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480" dirty="0"/>
          </a:p>
        </p:txBody>
      </p:sp>
      <p:sp>
        <p:nvSpPr>
          <p:cNvPr id="142" name="Text 140"/>
          <p:cNvSpPr/>
          <p:nvPr/>
        </p:nvSpPr>
        <p:spPr>
          <a:xfrm>
            <a:off x="7311490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480" dirty="0"/>
          </a:p>
        </p:txBody>
      </p:sp>
      <p:sp>
        <p:nvSpPr>
          <p:cNvPr id="143" name="Text 141"/>
          <p:cNvSpPr/>
          <p:nvPr/>
        </p:nvSpPr>
        <p:spPr>
          <a:xfrm>
            <a:off x="4984943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500" dirty="0"/>
          </a:p>
        </p:txBody>
      </p:sp>
      <p:sp>
        <p:nvSpPr>
          <p:cNvPr id="144" name="Text 142"/>
          <p:cNvSpPr/>
          <p:nvPr/>
        </p:nvSpPr>
        <p:spPr>
          <a:xfrm>
            <a:off x="5372701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500" dirty="0"/>
          </a:p>
        </p:txBody>
      </p:sp>
      <p:sp>
        <p:nvSpPr>
          <p:cNvPr id="145" name="Text 143"/>
          <p:cNvSpPr/>
          <p:nvPr/>
        </p:nvSpPr>
        <p:spPr>
          <a:xfrm>
            <a:off x="5760459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00" dirty="0"/>
          </a:p>
        </p:txBody>
      </p:sp>
      <p:sp>
        <p:nvSpPr>
          <p:cNvPr id="146" name="Text 144"/>
          <p:cNvSpPr/>
          <p:nvPr/>
        </p:nvSpPr>
        <p:spPr>
          <a:xfrm>
            <a:off x="6148217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500" dirty="0"/>
          </a:p>
        </p:txBody>
      </p:sp>
      <p:sp>
        <p:nvSpPr>
          <p:cNvPr id="147" name="Text 145"/>
          <p:cNvSpPr/>
          <p:nvPr/>
        </p:nvSpPr>
        <p:spPr>
          <a:xfrm>
            <a:off x="6535974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00" dirty="0"/>
          </a:p>
        </p:txBody>
      </p:sp>
      <p:sp>
        <p:nvSpPr>
          <p:cNvPr id="148" name="Text 146"/>
          <p:cNvSpPr/>
          <p:nvPr/>
        </p:nvSpPr>
        <p:spPr>
          <a:xfrm>
            <a:off x="6923732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7311490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500" dirty="0"/>
          </a:p>
        </p:txBody>
      </p:sp>
      <p:sp>
        <p:nvSpPr>
          <p:cNvPr id="150" name="Text 148"/>
          <p:cNvSpPr/>
          <p:nvPr/>
        </p:nvSpPr>
        <p:spPr>
          <a:xfrm>
            <a:off x="4984943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500" dirty="0"/>
          </a:p>
        </p:txBody>
      </p:sp>
      <p:sp>
        <p:nvSpPr>
          <p:cNvPr id="151" name="Text 149"/>
          <p:cNvSpPr/>
          <p:nvPr/>
        </p:nvSpPr>
        <p:spPr>
          <a:xfrm>
            <a:off x="5372701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500" dirty="0"/>
          </a:p>
        </p:txBody>
      </p:sp>
      <p:sp>
        <p:nvSpPr>
          <p:cNvPr id="152" name="Text 150"/>
          <p:cNvSpPr/>
          <p:nvPr/>
        </p:nvSpPr>
        <p:spPr>
          <a:xfrm>
            <a:off x="5760459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500" dirty="0"/>
          </a:p>
        </p:txBody>
      </p:sp>
      <p:sp>
        <p:nvSpPr>
          <p:cNvPr id="153" name="Text 151"/>
          <p:cNvSpPr/>
          <p:nvPr/>
        </p:nvSpPr>
        <p:spPr>
          <a:xfrm>
            <a:off x="6148217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500" dirty="0"/>
          </a:p>
        </p:txBody>
      </p:sp>
      <p:sp>
        <p:nvSpPr>
          <p:cNvPr id="154" name="Text 152"/>
          <p:cNvSpPr/>
          <p:nvPr/>
        </p:nvSpPr>
        <p:spPr>
          <a:xfrm>
            <a:off x="6535974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500" dirty="0"/>
          </a:p>
        </p:txBody>
      </p:sp>
      <p:sp>
        <p:nvSpPr>
          <p:cNvPr id="155" name="Text 153"/>
          <p:cNvSpPr/>
          <p:nvPr/>
        </p:nvSpPr>
        <p:spPr>
          <a:xfrm>
            <a:off x="6923732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500" dirty="0"/>
          </a:p>
        </p:txBody>
      </p:sp>
      <p:sp>
        <p:nvSpPr>
          <p:cNvPr id="156" name="Text 154"/>
          <p:cNvSpPr/>
          <p:nvPr/>
        </p:nvSpPr>
        <p:spPr>
          <a:xfrm>
            <a:off x="7311490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500" dirty="0"/>
          </a:p>
        </p:txBody>
      </p:sp>
      <p:sp>
        <p:nvSpPr>
          <p:cNvPr id="157" name="Text 155"/>
          <p:cNvSpPr/>
          <p:nvPr/>
        </p:nvSpPr>
        <p:spPr>
          <a:xfrm>
            <a:off x="4984943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500" dirty="0"/>
          </a:p>
        </p:txBody>
      </p:sp>
      <p:sp>
        <p:nvSpPr>
          <p:cNvPr id="158" name="Text 156"/>
          <p:cNvSpPr/>
          <p:nvPr/>
        </p:nvSpPr>
        <p:spPr>
          <a:xfrm>
            <a:off x="5372701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500" dirty="0"/>
          </a:p>
        </p:txBody>
      </p:sp>
      <p:sp>
        <p:nvSpPr>
          <p:cNvPr id="159" name="Text 157"/>
          <p:cNvSpPr/>
          <p:nvPr/>
        </p:nvSpPr>
        <p:spPr>
          <a:xfrm>
            <a:off x="5760459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500" dirty="0"/>
          </a:p>
        </p:txBody>
      </p:sp>
      <p:sp>
        <p:nvSpPr>
          <p:cNvPr id="160" name="Text 158"/>
          <p:cNvSpPr/>
          <p:nvPr/>
        </p:nvSpPr>
        <p:spPr>
          <a:xfrm>
            <a:off x="6148217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500" dirty="0"/>
          </a:p>
        </p:txBody>
      </p:sp>
      <p:sp>
        <p:nvSpPr>
          <p:cNvPr id="161" name="Text 159"/>
          <p:cNvSpPr/>
          <p:nvPr/>
        </p:nvSpPr>
        <p:spPr>
          <a:xfrm>
            <a:off x="6535974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500" dirty="0"/>
          </a:p>
        </p:txBody>
      </p:sp>
      <p:sp>
        <p:nvSpPr>
          <p:cNvPr id="162" name="Text 160"/>
          <p:cNvSpPr/>
          <p:nvPr/>
        </p:nvSpPr>
        <p:spPr>
          <a:xfrm>
            <a:off x="6923732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500" dirty="0"/>
          </a:p>
        </p:txBody>
      </p:sp>
      <p:sp>
        <p:nvSpPr>
          <p:cNvPr id="163" name="Text 161"/>
          <p:cNvSpPr/>
          <p:nvPr/>
        </p:nvSpPr>
        <p:spPr>
          <a:xfrm>
            <a:off x="7311490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500" dirty="0"/>
          </a:p>
        </p:txBody>
      </p:sp>
      <p:sp>
        <p:nvSpPr>
          <p:cNvPr id="164" name="Text 162"/>
          <p:cNvSpPr/>
          <p:nvPr/>
        </p:nvSpPr>
        <p:spPr>
          <a:xfrm>
            <a:off x="4984943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500" dirty="0"/>
          </a:p>
        </p:txBody>
      </p:sp>
      <p:sp>
        <p:nvSpPr>
          <p:cNvPr id="165" name="Text 163"/>
          <p:cNvSpPr/>
          <p:nvPr/>
        </p:nvSpPr>
        <p:spPr>
          <a:xfrm>
            <a:off x="5372701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500" dirty="0"/>
          </a:p>
        </p:txBody>
      </p:sp>
      <p:sp>
        <p:nvSpPr>
          <p:cNvPr id="166" name="Text 164"/>
          <p:cNvSpPr/>
          <p:nvPr/>
        </p:nvSpPr>
        <p:spPr>
          <a:xfrm>
            <a:off x="5760459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500" dirty="0"/>
          </a:p>
        </p:txBody>
      </p:sp>
      <p:sp>
        <p:nvSpPr>
          <p:cNvPr id="167" name="Text 165"/>
          <p:cNvSpPr/>
          <p:nvPr/>
        </p:nvSpPr>
        <p:spPr>
          <a:xfrm>
            <a:off x="6148217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6574750" y="5863133"/>
            <a:ext cx="310206" cy="345473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535974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500" dirty="0"/>
          </a:p>
        </p:txBody>
      </p:sp>
      <p:sp>
        <p:nvSpPr>
          <p:cNvPr id="170" name="Text 168"/>
          <p:cNvSpPr/>
          <p:nvPr/>
        </p:nvSpPr>
        <p:spPr>
          <a:xfrm>
            <a:off x="6923732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500" dirty="0"/>
          </a:p>
        </p:txBody>
      </p:sp>
      <p:sp>
        <p:nvSpPr>
          <p:cNvPr id="171" name="Text 169"/>
          <p:cNvSpPr/>
          <p:nvPr/>
        </p:nvSpPr>
        <p:spPr>
          <a:xfrm>
            <a:off x="7311490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500" dirty="0"/>
          </a:p>
        </p:txBody>
      </p:sp>
      <p:sp>
        <p:nvSpPr>
          <p:cNvPr id="172" name="Shape 170"/>
          <p:cNvSpPr/>
          <p:nvPr/>
        </p:nvSpPr>
        <p:spPr>
          <a:xfrm>
            <a:off x="8092440" y="822960"/>
            <a:ext cx="3840480" cy="658368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257032" y="8229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"Elegante, profesional y moderno"</a:t>
            </a:r>
            <a:endParaRPr lang="en-US" sz="1150" dirty="0"/>
          </a:p>
        </p:txBody>
      </p:sp>
      <p:sp>
        <p:nvSpPr>
          <p:cNvPr id="174" name="Text 172"/>
          <p:cNvSpPr/>
          <p:nvPr/>
        </p:nvSpPr>
        <p:spPr>
          <a:xfrm>
            <a:off x="809244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CARACTERISTICAS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8092440" y="1901952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092440" y="1901952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238744" y="1901952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Fondo negro profundo</a:t>
            </a:r>
            <a:endParaRPr lang="en-US" sz="1050" dirty="0"/>
          </a:p>
        </p:txBody>
      </p:sp>
      <p:sp>
        <p:nvSpPr>
          <p:cNvPr id="178" name="Shape 176"/>
          <p:cNvSpPr/>
          <p:nvPr/>
        </p:nvSpPr>
        <p:spPr>
          <a:xfrm>
            <a:off x="8092440" y="2414016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092440" y="2414016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238744" y="2414016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Tipografia clara sobre oscuro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8092440" y="292608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092440" y="2926080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238744" y="2926080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Acento violeta vibrante</a:t>
            </a:r>
            <a:endParaRPr lang="en-US" sz="1050" dirty="0"/>
          </a:p>
        </p:txBody>
      </p:sp>
      <p:sp>
        <p:nvSpPr>
          <p:cNvPr id="184" name="Shape 182"/>
          <p:cNvSpPr/>
          <p:nvPr/>
        </p:nvSpPr>
        <p:spPr>
          <a:xfrm>
            <a:off x="8092440" y="3438144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092440" y="3438144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238744" y="3438144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 con borde sutil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8092440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COLORES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8119872" y="4270248"/>
            <a:ext cx="569976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0924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8744712" y="4270248"/>
            <a:ext cx="569976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871728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369552" y="4270248"/>
            <a:ext cx="569976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934212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Fondo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9994392" y="4270248"/>
            <a:ext cx="569976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96696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10619232" y="4270248"/>
            <a:ext cx="569976" cy="502920"/>
          </a:xfrm>
          <a:prstGeom prst="rect">
            <a:avLst/>
          </a:prstGeom>
          <a:solidFill>
            <a:srgbClr val="7C3AED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059180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Acento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>
            <a:off x="11244072" y="4270248"/>
            <a:ext cx="569976" cy="502920"/>
          </a:xfrm>
          <a:prstGeom prst="rect">
            <a:avLst/>
          </a:prstGeom>
          <a:solidFill>
            <a:srgbClr val="E6EDF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12166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endParaRPr lang="en-US" sz="500" dirty="0"/>
          </a:p>
        </p:txBody>
      </p:sp>
      <p:sp>
        <p:nvSpPr>
          <p:cNvPr id="200" name="Shape 198"/>
          <p:cNvSpPr/>
          <p:nvPr/>
        </p:nvSpPr>
        <p:spPr>
          <a:xfrm>
            <a:off x="8092440" y="507492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229600" y="51023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</a:t>
            </a:r>
            <a:endParaRPr lang="en-US" sz="3000" dirty="0"/>
          </a:p>
        </p:txBody>
      </p:sp>
      <p:sp>
        <p:nvSpPr>
          <p:cNvPr id="202" name="Text 200"/>
          <p:cNvSpPr/>
          <p:nvPr/>
        </p:nvSpPr>
        <p:spPr>
          <a:xfrm>
            <a:off x="9372600" y="5184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Segoe UI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9372600" y="5394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Titulos 20pt bold  |  Cuerpo 14pt regular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 V1.0 — Propuestas de Rediseno   1 / 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01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 B — Light &amp; Clean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Inspirado en Linear / Vercel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" y="868680"/>
            <a:ext cx="7589520" cy="585216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7589520" cy="5852160"/>
          </a:xfrm>
          <a:prstGeom prst="rect">
            <a:avLst/>
          </a:prstGeom>
          <a:solidFill>
            <a:srgbClr val="F4F4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EF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EMULADOR LOCAL — datos de prueba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28600" y="960120"/>
            <a:ext cx="384048" cy="5715000"/>
          </a:xfrm>
          <a:prstGeom prst="rect">
            <a:avLst/>
          </a:prstGeom>
          <a:solidFill>
            <a:srgbClr val="18181B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228600" y="132588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OPER.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265176" y="1673352"/>
            <a:ext cx="310896" cy="256032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6733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PLAN.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28600" y="20208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RRHH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28600" y="236829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28600" y="271576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228600" y="306324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REP.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28600" y="34107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ANAL.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228600" y="37581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612648" y="960120"/>
            <a:ext cx="72054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960120"/>
            <a:ext cx="32424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Y TURNOS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solidFill>
            <a:srgbClr val="6366F1">
              <a:alpha val="15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Bacar SA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solidFill>
            <a:srgbClr val="166534">
              <a:alpha val="3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TURNOS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22376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1719072"/>
            <a:ext cx="36576" cy="53035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3816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PLANIFICADOS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2510028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0028" y="1719072"/>
            <a:ext cx="36576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1468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601468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PRESENTES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4297680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1719072"/>
            <a:ext cx="36576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389120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AUSENTES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6085332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5332" y="1719072"/>
            <a:ext cx="36576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6772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176772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VACANTES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722376" y="2359152"/>
            <a:ext cx="4107119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2376" y="2359152"/>
            <a:ext cx="4107119" cy="219456"/>
          </a:xfrm>
          <a:prstGeom prst="rect">
            <a:avLst/>
          </a:prstGeom>
          <a:solidFill>
            <a:srgbClr val="F4F4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" y="2359152"/>
            <a:ext cx="1400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EMPLEADO</a:t>
            </a:r>
            <a:endParaRPr lang="en-US" sz="480" dirty="0"/>
          </a:p>
        </p:txBody>
      </p:sp>
      <p:sp>
        <p:nvSpPr>
          <p:cNvPr id="55" name="Text 53"/>
          <p:cNvSpPr/>
          <p:nvPr/>
        </p:nvSpPr>
        <p:spPr>
          <a:xfrm>
            <a:off x="2196444" y="2359152"/>
            <a:ext cx="6616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</a:t>
            </a:r>
            <a:endParaRPr lang="en-US" sz="480" dirty="0"/>
          </a:p>
        </p:txBody>
      </p:sp>
      <p:sp>
        <p:nvSpPr>
          <p:cNvPr id="56" name="Text 54"/>
          <p:cNvSpPr/>
          <p:nvPr/>
        </p:nvSpPr>
        <p:spPr>
          <a:xfrm>
            <a:off x="2894654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480" dirty="0"/>
          </a:p>
        </p:txBody>
      </p:sp>
      <p:sp>
        <p:nvSpPr>
          <p:cNvPr id="57" name="Text 55"/>
          <p:cNvSpPr/>
          <p:nvPr/>
        </p:nvSpPr>
        <p:spPr>
          <a:xfrm>
            <a:off x="3880362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endParaRPr lang="en-US" sz="480" dirty="0"/>
          </a:p>
        </p:txBody>
      </p:sp>
      <p:sp>
        <p:nvSpPr>
          <p:cNvPr id="58" name="Shape 56"/>
          <p:cNvSpPr/>
          <p:nvPr/>
        </p:nvSpPr>
        <p:spPr>
          <a:xfrm>
            <a:off x="722376" y="2578608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2578608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Garcia, Luis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2159868" y="2578608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2858078" y="2578608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722376" y="2915107"/>
            <a:ext cx="4107119" cy="336499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" y="2915107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Perez, Ana</a:t>
            </a:r>
            <a:endParaRPr lang="en-US" sz="520" dirty="0"/>
          </a:p>
        </p:txBody>
      </p:sp>
      <p:sp>
        <p:nvSpPr>
          <p:cNvPr id="66" name="Text 64"/>
          <p:cNvSpPr/>
          <p:nvPr/>
        </p:nvSpPr>
        <p:spPr>
          <a:xfrm>
            <a:off x="2159868" y="2915107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2858078" y="2915107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Aeropuerto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70" name="Shape 68"/>
          <p:cNvSpPr/>
          <p:nvPr/>
        </p:nvSpPr>
        <p:spPr>
          <a:xfrm>
            <a:off x="722376" y="3251606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" y="32516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Lopez, Juan</a:t>
            </a:r>
            <a:endParaRPr lang="en-US" sz="520" dirty="0"/>
          </a:p>
        </p:txBody>
      </p:sp>
      <p:sp>
        <p:nvSpPr>
          <p:cNvPr id="72" name="Text 70"/>
          <p:cNvSpPr/>
          <p:nvPr/>
        </p:nvSpPr>
        <p:spPr>
          <a:xfrm>
            <a:off x="2159868" y="32516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2858078" y="32516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 Sec.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722376" y="3588106"/>
            <a:ext cx="4107119" cy="336499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" y="35881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Martinez, Carlos</a:t>
            </a:r>
            <a:endParaRPr lang="en-US" sz="520" dirty="0"/>
          </a:p>
        </p:txBody>
      </p:sp>
      <p:sp>
        <p:nvSpPr>
          <p:cNvPr id="78" name="Text 76"/>
          <p:cNvSpPr/>
          <p:nvPr/>
        </p:nvSpPr>
        <p:spPr>
          <a:xfrm>
            <a:off x="2159868" y="35881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2858078" y="35881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Shopping Cr.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solidFill>
            <a:srgbClr val="EF4444">
              <a:alpha val="18000"/>
            </a:srgbClr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</a:t>
            </a:r>
            <a:endParaRPr lang="en-US" sz="450" dirty="0"/>
          </a:p>
        </p:txBody>
      </p:sp>
      <p:sp>
        <p:nvSpPr>
          <p:cNvPr id="82" name="Shape 80"/>
          <p:cNvSpPr/>
          <p:nvPr/>
        </p:nvSpPr>
        <p:spPr>
          <a:xfrm>
            <a:off x="722376" y="3924605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" y="3924605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Rodriguez, Pablo</a:t>
            </a:r>
            <a:endParaRPr lang="en-US" sz="520" dirty="0"/>
          </a:p>
        </p:txBody>
      </p:sp>
      <p:sp>
        <p:nvSpPr>
          <p:cNvPr id="84" name="Text 82"/>
          <p:cNvSpPr/>
          <p:nvPr/>
        </p:nvSpPr>
        <p:spPr>
          <a:xfrm>
            <a:off x="2159868" y="3924605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2858078" y="3924605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Muni. Cba.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88" name="Shape 86"/>
          <p:cNvSpPr/>
          <p:nvPr/>
        </p:nvSpPr>
        <p:spPr>
          <a:xfrm>
            <a:off x="722376" y="4261104"/>
            <a:ext cx="4107119" cy="336499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" y="4261104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Fernandez, Graciela</a:t>
            </a:r>
            <a:endParaRPr lang="en-US" sz="520" dirty="0"/>
          </a:p>
        </p:txBody>
      </p:sp>
      <p:sp>
        <p:nvSpPr>
          <p:cNvPr id="90" name="Text 88"/>
          <p:cNvSpPr/>
          <p:nvPr/>
        </p:nvSpPr>
        <p:spPr>
          <a:xfrm>
            <a:off x="2159868" y="4261104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91" name="Text 89"/>
          <p:cNvSpPr/>
          <p:nvPr/>
        </p:nvSpPr>
        <p:spPr>
          <a:xfrm>
            <a:off x="2858078" y="4261104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Prov.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solidFill>
            <a:srgbClr val="F59E0B">
              <a:alpha val="18000"/>
            </a:srgbClr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</a:t>
            </a:r>
            <a:endParaRPr lang="en-US" sz="450" dirty="0"/>
          </a:p>
        </p:txBody>
      </p:sp>
      <p:sp>
        <p:nvSpPr>
          <p:cNvPr id="94" name="Shape 92"/>
          <p:cNvSpPr/>
          <p:nvPr/>
        </p:nvSpPr>
        <p:spPr>
          <a:xfrm>
            <a:off x="722376" y="4597603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8952" y="4597603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Gimenez, Roberto</a:t>
            </a:r>
            <a:endParaRPr lang="en-US" sz="520" dirty="0"/>
          </a:p>
        </p:txBody>
      </p:sp>
      <p:sp>
        <p:nvSpPr>
          <p:cNvPr id="96" name="Text 94"/>
          <p:cNvSpPr/>
          <p:nvPr/>
        </p:nvSpPr>
        <p:spPr>
          <a:xfrm>
            <a:off x="2159868" y="4597603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(8h)</a:t>
            </a:r>
            <a:endParaRPr lang="en-US" sz="500" dirty="0"/>
          </a:p>
        </p:txBody>
      </p:sp>
      <p:sp>
        <p:nvSpPr>
          <p:cNvPr id="97" name="Text 95"/>
          <p:cNvSpPr/>
          <p:nvPr/>
        </p:nvSpPr>
        <p:spPr>
          <a:xfrm>
            <a:off x="2858078" y="4597603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Bus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0" name="Shape 98"/>
          <p:cNvSpPr/>
          <p:nvPr/>
        </p:nvSpPr>
        <p:spPr>
          <a:xfrm>
            <a:off x="722376" y="4934102"/>
            <a:ext cx="4107119" cy="336499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8952" y="49341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Acosta, Maria</a:t>
            </a:r>
            <a:endParaRPr lang="en-US" sz="520" dirty="0"/>
          </a:p>
        </p:txBody>
      </p:sp>
      <p:sp>
        <p:nvSpPr>
          <p:cNvPr id="102" name="Text 100"/>
          <p:cNvSpPr/>
          <p:nvPr/>
        </p:nvSpPr>
        <p:spPr>
          <a:xfrm>
            <a:off x="2159868" y="49341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103" name="Text 101"/>
          <p:cNvSpPr/>
          <p:nvPr/>
        </p:nvSpPr>
        <p:spPr>
          <a:xfrm>
            <a:off x="2858078" y="49341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Juzgado Fed.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6" name="Shape 104"/>
          <p:cNvSpPr/>
          <p:nvPr/>
        </p:nvSpPr>
        <p:spPr>
          <a:xfrm>
            <a:off x="722376" y="5270602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58952" y="52706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Vega, Diego</a:t>
            </a:r>
            <a:endParaRPr lang="en-US" sz="520" dirty="0"/>
          </a:p>
        </p:txBody>
      </p:sp>
      <p:sp>
        <p:nvSpPr>
          <p:cNvPr id="108" name="Text 106"/>
          <p:cNvSpPr/>
          <p:nvPr/>
        </p:nvSpPr>
        <p:spPr>
          <a:xfrm>
            <a:off x="2159868" y="52706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109" name="Text 107"/>
          <p:cNvSpPr/>
          <p:nvPr/>
        </p:nvSpPr>
        <p:spPr>
          <a:xfrm>
            <a:off x="2858078" y="52706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Nuc.</a:t>
            </a:r>
            <a:endParaRPr lang="en-US" sz="500" dirty="0"/>
          </a:p>
        </p:txBody>
      </p:sp>
      <p:sp>
        <p:nvSpPr>
          <p:cNvPr id="110" name="Shape 108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112" name="Shape 110"/>
          <p:cNvSpPr/>
          <p:nvPr/>
        </p:nvSpPr>
        <p:spPr>
          <a:xfrm>
            <a:off x="722376" y="5607101"/>
            <a:ext cx="4107119" cy="336499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58952" y="5607101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Sosa, Patricia</a:t>
            </a:r>
            <a:endParaRPr lang="en-US" sz="520" dirty="0"/>
          </a:p>
        </p:txBody>
      </p:sp>
      <p:sp>
        <p:nvSpPr>
          <p:cNvPr id="114" name="Text 112"/>
          <p:cNvSpPr/>
          <p:nvPr/>
        </p:nvSpPr>
        <p:spPr>
          <a:xfrm>
            <a:off x="2159868" y="5607101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115" name="Text 113"/>
          <p:cNvSpPr/>
          <p:nvPr/>
        </p:nvSpPr>
        <p:spPr>
          <a:xfrm>
            <a:off x="2858078" y="5607101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Hipermercado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18" name="Shape 116"/>
          <p:cNvSpPr/>
          <p:nvPr/>
        </p:nvSpPr>
        <p:spPr>
          <a:xfrm>
            <a:off x="722376" y="5943600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8952" y="5943600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Medina, Hernan</a:t>
            </a:r>
            <a:endParaRPr lang="en-US" sz="520" dirty="0"/>
          </a:p>
        </p:txBody>
      </p:sp>
      <p:sp>
        <p:nvSpPr>
          <p:cNvPr id="120" name="Text 118"/>
          <p:cNvSpPr/>
          <p:nvPr/>
        </p:nvSpPr>
        <p:spPr>
          <a:xfrm>
            <a:off x="2159868" y="5943600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00" dirty="0"/>
          </a:p>
        </p:txBody>
      </p:sp>
      <p:sp>
        <p:nvSpPr>
          <p:cNvPr id="121" name="Text 119"/>
          <p:cNvSpPr/>
          <p:nvPr/>
        </p:nvSpPr>
        <p:spPr>
          <a:xfrm>
            <a:off x="2858078" y="5943600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122" name="Shape 120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solidFill>
            <a:srgbClr val="6B7280">
              <a:alpha val="18000"/>
            </a:srgbClr>
          </a:solidFill>
          <a:ln w="3810">
            <a:solidFill>
              <a:srgbClr val="6B728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FRANCO</a:t>
            </a:r>
            <a:endParaRPr lang="en-US" sz="450" dirty="0"/>
          </a:p>
        </p:txBody>
      </p:sp>
      <p:sp>
        <p:nvSpPr>
          <p:cNvPr id="124" name="Shape 122"/>
          <p:cNvSpPr/>
          <p:nvPr/>
        </p:nvSpPr>
        <p:spPr>
          <a:xfrm>
            <a:off x="4920935" y="2359152"/>
            <a:ext cx="2842321" cy="1850746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12375" y="241401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NOVEDADES</a:t>
            </a:r>
            <a:endParaRPr lang="en-US" sz="580" dirty="0"/>
          </a:p>
        </p:txBody>
      </p:sp>
      <p:sp>
        <p:nvSpPr>
          <p:cNvPr id="126" name="Shape 124"/>
          <p:cNvSpPr/>
          <p:nvPr/>
        </p:nvSpPr>
        <p:spPr>
          <a:xfrm>
            <a:off x="5003231" y="267004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22103" y="2633472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 llego tarde 08:14</a:t>
            </a:r>
            <a:endParaRPr lang="en-US" sz="530" dirty="0"/>
          </a:p>
        </p:txBody>
      </p:sp>
      <p:sp>
        <p:nvSpPr>
          <p:cNvPr id="128" name="Shape 126"/>
          <p:cNvSpPr/>
          <p:nvPr/>
        </p:nvSpPr>
        <p:spPr>
          <a:xfrm>
            <a:off x="5003231" y="305958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122103" y="3023006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 en Puerto Sec.</a:t>
            </a:r>
            <a:endParaRPr lang="en-US" sz="530" dirty="0"/>
          </a:p>
        </p:txBody>
      </p:sp>
      <p:sp>
        <p:nvSpPr>
          <p:cNvPr id="130" name="Shape 128"/>
          <p:cNvSpPr/>
          <p:nvPr/>
        </p:nvSpPr>
        <p:spPr>
          <a:xfrm>
            <a:off x="5003231" y="3449117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22103" y="3412541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Nuevo turno asignado</a:t>
            </a:r>
            <a:endParaRPr lang="en-US" sz="530" dirty="0"/>
          </a:p>
        </p:txBody>
      </p:sp>
      <p:sp>
        <p:nvSpPr>
          <p:cNvPr id="132" name="Shape 130"/>
          <p:cNvSpPr/>
          <p:nvPr/>
        </p:nvSpPr>
        <p:spPr>
          <a:xfrm>
            <a:off x="5003231" y="3838651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122103" y="3802075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mayo OK</a:t>
            </a:r>
            <a:endParaRPr lang="en-US" sz="530" dirty="0"/>
          </a:p>
        </p:txBody>
      </p:sp>
      <p:sp>
        <p:nvSpPr>
          <p:cNvPr id="134" name="Shape 132"/>
          <p:cNvSpPr/>
          <p:nvPr/>
        </p:nvSpPr>
        <p:spPr>
          <a:xfrm>
            <a:off x="4920935" y="4264762"/>
            <a:ext cx="2842321" cy="2187245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12375" y="431962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580" dirty="0"/>
          </a:p>
        </p:txBody>
      </p:sp>
      <p:sp>
        <p:nvSpPr>
          <p:cNvPr id="136" name="Text 134"/>
          <p:cNvSpPr/>
          <p:nvPr/>
        </p:nvSpPr>
        <p:spPr>
          <a:xfrm>
            <a:off x="4984943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480" dirty="0"/>
          </a:p>
        </p:txBody>
      </p:sp>
      <p:sp>
        <p:nvSpPr>
          <p:cNvPr id="137" name="Text 135"/>
          <p:cNvSpPr/>
          <p:nvPr/>
        </p:nvSpPr>
        <p:spPr>
          <a:xfrm>
            <a:off x="5372701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480" dirty="0"/>
          </a:p>
        </p:txBody>
      </p:sp>
      <p:sp>
        <p:nvSpPr>
          <p:cNvPr id="138" name="Text 136"/>
          <p:cNvSpPr/>
          <p:nvPr/>
        </p:nvSpPr>
        <p:spPr>
          <a:xfrm>
            <a:off x="5760459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480" dirty="0"/>
          </a:p>
        </p:txBody>
      </p:sp>
      <p:sp>
        <p:nvSpPr>
          <p:cNvPr id="139" name="Text 137"/>
          <p:cNvSpPr/>
          <p:nvPr/>
        </p:nvSpPr>
        <p:spPr>
          <a:xfrm>
            <a:off x="6148217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</a:t>
            </a:r>
            <a:endParaRPr lang="en-US" sz="480" dirty="0"/>
          </a:p>
        </p:txBody>
      </p:sp>
      <p:sp>
        <p:nvSpPr>
          <p:cNvPr id="140" name="Text 138"/>
          <p:cNvSpPr/>
          <p:nvPr/>
        </p:nvSpPr>
        <p:spPr>
          <a:xfrm>
            <a:off x="6535974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480" dirty="0"/>
          </a:p>
        </p:txBody>
      </p:sp>
      <p:sp>
        <p:nvSpPr>
          <p:cNvPr id="141" name="Text 139"/>
          <p:cNvSpPr/>
          <p:nvPr/>
        </p:nvSpPr>
        <p:spPr>
          <a:xfrm>
            <a:off x="6923732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480" dirty="0"/>
          </a:p>
        </p:txBody>
      </p:sp>
      <p:sp>
        <p:nvSpPr>
          <p:cNvPr id="142" name="Text 140"/>
          <p:cNvSpPr/>
          <p:nvPr/>
        </p:nvSpPr>
        <p:spPr>
          <a:xfrm>
            <a:off x="7311490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480" dirty="0"/>
          </a:p>
        </p:txBody>
      </p:sp>
      <p:sp>
        <p:nvSpPr>
          <p:cNvPr id="143" name="Text 141"/>
          <p:cNvSpPr/>
          <p:nvPr/>
        </p:nvSpPr>
        <p:spPr>
          <a:xfrm>
            <a:off x="4984943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500" dirty="0"/>
          </a:p>
        </p:txBody>
      </p:sp>
      <p:sp>
        <p:nvSpPr>
          <p:cNvPr id="144" name="Text 142"/>
          <p:cNvSpPr/>
          <p:nvPr/>
        </p:nvSpPr>
        <p:spPr>
          <a:xfrm>
            <a:off x="5372701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500" dirty="0"/>
          </a:p>
        </p:txBody>
      </p:sp>
      <p:sp>
        <p:nvSpPr>
          <p:cNvPr id="145" name="Text 143"/>
          <p:cNvSpPr/>
          <p:nvPr/>
        </p:nvSpPr>
        <p:spPr>
          <a:xfrm>
            <a:off x="5760459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00" dirty="0"/>
          </a:p>
        </p:txBody>
      </p:sp>
      <p:sp>
        <p:nvSpPr>
          <p:cNvPr id="146" name="Text 144"/>
          <p:cNvSpPr/>
          <p:nvPr/>
        </p:nvSpPr>
        <p:spPr>
          <a:xfrm>
            <a:off x="6148217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500" dirty="0"/>
          </a:p>
        </p:txBody>
      </p:sp>
      <p:sp>
        <p:nvSpPr>
          <p:cNvPr id="147" name="Text 145"/>
          <p:cNvSpPr/>
          <p:nvPr/>
        </p:nvSpPr>
        <p:spPr>
          <a:xfrm>
            <a:off x="6535974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00" dirty="0"/>
          </a:p>
        </p:txBody>
      </p:sp>
      <p:sp>
        <p:nvSpPr>
          <p:cNvPr id="148" name="Text 146"/>
          <p:cNvSpPr/>
          <p:nvPr/>
        </p:nvSpPr>
        <p:spPr>
          <a:xfrm>
            <a:off x="6923732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7311490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500" dirty="0"/>
          </a:p>
        </p:txBody>
      </p:sp>
      <p:sp>
        <p:nvSpPr>
          <p:cNvPr id="150" name="Text 148"/>
          <p:cNvSpPr/>
          <p:nvPr/>
        </p:nvSpPr>
        <p:spPr>
          <a:xfrm>
            <a:off x="4984943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500" dirty="0"/>
          </a:p>
        </p:txBody>
      </p:sp>
      <p:sp>
        <p:nvSpPr>
          <p:cNvPr id="151" name="Text 149"/>
          <p:cNvSpPr/>
          <p:nvPr/>
        </p:nvSpPr>
        <p:spPr>
          <a:xfrm>
            <a:off x="5372701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500" dirty="0"/>
          </a:p>
        </p:txBody>
      </p:sp>
      <p:sp>
        <p:nvSpPr>
          <p:cNvPr id="152" name="Text 150"/>
          <p:cNvSpPr/>
          <p:nvPr/>
        </p:nvSpPr>
        <p:spPr>
          <a:xfrm>
            <a:off x="5760459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500" dirty="0"/>
          </a:p>
        </p:txBody>
      </p:sp>
      <p:sp>
        <p:nvSpPr>
          <p:cNvPr id="153" name="Text 151"/>
          <p:cNvSpPr/>
          <p:nvPr/>
        </p:nvSpPr>
        <p:spPr>
          <a:xfrm>
            <a:off x="6148217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500" dirty="0"/>
          </a:p>
        </p:txBody>
      </p:sp>
      <p:sp>
        <p:nvSpPr>
          <p:cNvPr id="154" name="Text 152"/>
          <p:cNvSpPr/>
          <p:nvPr/>
        </p:nvSpPr>
        <p:spPr>
          <a:xfrm>
            <a:off x="6535974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500" dirty="0"/>
          </a:p>
        </p:txBody>
      </p:sp>
      <p:sp>
        <p:nvSpPr>
          <p:cNvPr id="155" name="Text 153"/>
          <p:cNvSpPr/>
          <p:nvPr/>
        </p:nvSpPr>
        <p:spPr>
          <a:xfrm>
            <a:off x="6923732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500" dirty="0"/>
          </a:p>
        </p:txBody>
      </p:sp>
      <p:sp>
        <p:nvSpPr>
          <p:cNvPr id="156" name="Text 154"/>
          <p:cNvSpPr/>
          <p:nvPr/>
        </p:nvSpPr>
        <p:spPr>
          <a:xfrm>
            <a:off x="7311490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500" dirty="0"/>
          </a:p>
        </p:txBody>
      </p:sp>
      <p:sp>
        <p:nvSpPr>
          <p:cNvPr id="157" name="Text 155"/>
          <p:cNvSpPr/>
          <p:nvPr/>
        </p:nvSpPr>
        <p:spPr>
          <a:xfrm>
            <a:off x="4984943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500" dirty="0"/>
          </a:p>
        </p:txBody>
      </p:sp>
      <p:sp>
        <p:nvSpPr>
          <p:cNvPr id="158" name="Text 156"/>
          <p:cNvSpPr/>
          <p:nvPr/>
        </p:nvSpPr>
        <p:spPr>
          <a:xfrm>
            <a:off x="5372701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500" dirty="0"/>
          </a:p>
        </p:txBody>
      </p:sp>
      <p:sp>
        <p:nvSpPr>
          <p:cNvPr id="159" name="Text 157"/>
          <p:cNvSpPr/>
          <p:nvPr/>
        </p:nvSpPr>
        <p:spPr>
          <a:xfrm>
            <a:off x="5760459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500" dirty="0"/>
          </a:p>
        </p:txBody>
      </p:sp>
      <p:sp>
        <p:nvSpPr>
          <p:cNvPr id="160" name="Text 158"/>
          <p:cNvSpPr/>
          <p:nvPr/>
        </p:nvSpPr>
        <p:spPr>
          <a:xfrm>
            <a:off x="6148217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500" dirty="0"/>
          </a:p>
        </p:txBody>
      </p:sp>
      <p:sp>
        <p:nvSpPr>
          <p:cNvPr id="161" name="Text 159"/>
          <p:cNvSpPr/>
          <p:nvPr/>
        </p:nvSpPr>
        <p:spPr>
          <a:xfrm>
            <a:off x="6535974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500" dirty="0"/>
          </a:p>
        </p:txBody>
      </p:sp>
      <p:sp>
        <p:nvSpPr>
          <p:cNvPr id="162" name="Text 160"/>
          <p:cNvSpPr/>
          <p:nvPr/>
        </p:nvSpPr>
        <p:spPr>
          <a:xfrm>
            <a:off x="6923732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500" dirty="0"/>
          </a:p>
        </p:txBody>
      </p:sp>
      <p:sp>
        <p:nvSpPr>
          <p:cNvPr id="163" name="Text 161"/>
          <p:cNvSpPr/>
          <p:nvPr/>
        </p:nvSpPr>
        <p:spPr>
          <a:xfrm>
            <a:off x="7311490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500" dirty="0"/>
          </a:p>
        </p:txBody>
      </p:sp>
      <p:sp>
        <p:nvSpPr>
          <p:cNvPr id="164" name="Text 162"/>
          <p:cNvSpPr/>
          <p:nvPr/>
        </p:nvSpPr>
        <p:spPr>
          <a:xfrm>
            <a:off x="4984943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500" dirty="0"/>
          </a:p>
        </p:txBody>
      </p:sp>
      <p:sp>
        <p:nvSpPr>
          <p:cNvPr id="165" name="Text 163"/>
          <p:cNvSpPr/>
          <p:nvPr/>
        </p:nvSpPr>
        <p:spPr>
          <a:xfrm>
            <a:off x="5372701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500" dirty="0"/>
          </a:p>
        </p:txBody>
      </p:sp>
      <p:sp>
        <p:nvSpPr>
          <p:cNvPr id="166" name="Text 164"/>
          <p:cNvSpPr/>
          <p:nvPr/>
        </p:nvSpPr>
        <p:spPr>
          <a:xfrm>
            <a:off x="5760459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500" dirty="0"/>
          </a:p>
        </p:txBody>
      </p:sp>
      <p:sp>
        <p:nvSpPr>
          <p:cNvPr id="167" name="Text 165"/>
          <p:cNvSpPr/>
          <p:nvPr/>
        </p:nvSpPr>
        <p:spPr>
          <a:xfrm>
            <a:off x="6148217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6574750" y="5863133"/>
            <a:ext cx="310206" cy="345473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535974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500" dirty="0"/>
          </a:p>
        </p:txBody>
      </p:sp>
      <p:sp>
        <p:nvSpPr>
          <p:cNvPr id="170" name="Text 168"/>
          <p:cNvSpPr/>
          <p:nvPr/>
        </p:nvSpPr>
        <p:spPr>
          <a:xfrm>
            <a:off x="6923732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500" dirty="0"/>
          </a:p>
        </p:txBody>
      </p:sp>
      <p:sp>
        <p:nvSpPr>
          <p:cNvPr id="171" name="Text 169"/>
          <p:cNvSpPr/>
          <p:nvPr/>
        </p:nvSpPr>
        <p:spPr>
          <a:xfrm>
            <a:off x="7311490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500" dirty="0"/>
          </a:p>
        </p:txBody>
      </p:sp>
      <p:sp>
        <p:nvSpPr>
          <p:cNvPr id="172" name="Shape 170"/>
          <p:cNvSpPr/>
          <p:nvPr/>
        </p:nvSpPr>
        <p:spPr>
          <a:xfrm>
            <a:off x="8092440" y="822960"/>
            <a:ext cx="3840480" cy="658368"/>
          </a:xfrm>
          <a:prstGeom prst="rect">
            <a:avLst/>
          </a:prstGeom>
          <a:solidFill>
            <a:srgbClr val="6366F1">
              <a:alpha val="12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257032" y="8229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"Limpio, rapido y sin distracciones"</a:t>
            </a:r>
            <a:endParaRPr lang="en-US" sz="1150" dirty="0"/>
          </a:p>
        </p:txBody>
      </p:sp>
      <p:sp>
        <p:nvSpPr>
          <p:cNvPr id="174" name="Text 172"/>
          <p:cNvSpPr/>
          <p:nvPr/>
        </p:nvSpPr>
        <p:spPr>
          <a:xfrm>
            <a:off x="809244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CARACTERISTICAS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8092440" y="1901952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092440" y="1901952"/>
            <a:ext cx="54864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238744" y="1901952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 oscuro + contenido blanco</a:t>
            </a:r>
            <a:endParaRPr lang="en-US" sz="1050" dirty="0"/>
          </a:p>
        </p:txBody>
      </p:sp>
      <p:sp>
        <p:nvSpPr>
          <p:cNvPr id="178" name="Shape 176"/>
          <p:cNvSpPr/>
          <p:nvPr/>
        </p:nvSpPr>
        <p:spPr>
          <a:xfrm>
            <a:off x="8092440" y="2414016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092440" y="2414016"/>
            <a:ext cx="54864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238744" y="2414016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Espaciado generoso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8092440" y="292608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092440" y="2926080"/>
            <a:ext cx="54864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238744" y="2926080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Tipografia nitida y pequeña</a:t>
            </a:r>
            <a:endParaRPr lang="en-US" sz="1050" dirty="0"/>
          </a:p>
        </p:txBody>
      </p:sp>
      <p:sp>
        <p:nvSpPr>
          <p:cNvPr id="184" name="Shape 182"/>
          <p:cNvSpPr/>
          <p:nvPr/>
        </p:nvSpPr>
        <p:spPr>
          <a:xfrm>
            <a:off x="8092440" y="3438144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092440" y="3438144"/>
            <a:ext cx="54864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238744" y="3438144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ruido visual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8092440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COLORES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8119872" y="4270248"/>
            <a:ext cx="569976" cy="502920"/>
          </a:xfrm>
          <a:prstGeom prst="rect">
            <a:avLst/>
          </a:prstGeom>
          <a:solidFill>
            <a:srgbClr val="18181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0924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8744712" y="4270248"/>
            <a:ext cx="56997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871728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369552" y="4270248"/>
            <a:ext cx="569976" cy="502920"/>
          </a:xfrm>
          <a:prstGeom prst="rect">
            <a:avLst/>
          </a:prstGeom>
          <a:solidFill>
            <a:srgbClr val="F4F4F5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934212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Fondo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9994392" y="4270248"/>
            <a:ext cx="56997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96696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10619232" y="4270248"/>
            <a:ext cx="569976" cy="502920"/>
          </a:xfrm>
          <a:prstGeom prst="rect">
            <a:avLst/>
          </a:prstGeom>
          <a:solidFill>
            <a:srgbClr val="6366F1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059180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Acento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>
            <a:off x="11244072" y="4270248"/>
            <a:ext cx="569976" cy="502920"/>
          </a:xfrm>
          <a:prstGeom prst="rect">
            <a:avLst/>
          </a:prstGeom>
          <a:solidFill>
            <a:srgbClr val="18181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12166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endParaRPr lang="en-US" sz="500" dirty="0"/>
          </a:p>
        </p:txBody>
      </p:sp>
      <p:sp>
        <p:nvSpPr>
          <p:cNvPr id="200" name="Shape 198"/>
          <p:cNvSpPr/>
          <p:nvPr/>
        </p:nvSpPr>
        <p:spPr>
          <a:xfrm>
            <a:off x="8092440" y="507492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229600" y="51023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</a:t>
            </a:r>
            <a:endParaRPr lang="en-US" sz="3000" dirty="0"/>
          </a:p>
        </p:txBody>
      </p:sp>
      <p:sp>
        <p:nvSpPr>
          <p:cNvPr id="202" name="Text 200"/>
          <p:cNvSpPr/>
          <p:nvPr/>
        </p:nvSpPr>
        <p:spPr>
          <a:xfrm>
            <a:off x="9372600" y="5184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Segoe UI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9372600" y="5394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Titulos 20pt bold  |  Cuerpo 14pt regular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 V1.0 — Propuestas de Rediseno   2 / 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01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 C — Glassmorphism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Efecto cristal esmerilado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" y="868680"/>
            <a:ext cx="7589520" cy="585216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7589520" cy="5852160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EF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EMULADOR LOCAL — datos de prueba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28600" y="960120"/>
            <a:ext cx="384048" cy="5715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228600" y="132588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OPER.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265176" y="1673352"/>
            <a:ext cx="310896" cy="256032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6733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PLAN.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28600" y="20208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RRHH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28600" y="236829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28600" y="271576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228600" y="306324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REP.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28600" y="34107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ANAL.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228600" y="37581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612648" y="960120"/>
            <a:ext cx="7205472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2D52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960120"/>
            <a:ext cx="32424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Y TURNOS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solidFill>
            <a:srgbClr val="38BDF8">
              <a:alpha val="15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Bacar SA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solidFill>
            <a:srgbClr val="166534">
              <a:alpha val="3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TURNOS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solidFill>
            <a:srgbClr val="38BDF8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22376" y="1719072"/>
            <a:ext cx="1732788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1719072"/>
            <a:ext cx="36576" cy="53035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3816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PLANIFICADOS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2510028" y="1719072"/>
            <a:ext cx="1732788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0028" y="1719072"/>
            <a:ext cx="36576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1468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601468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PRESENTES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4297680" y="1719072"/>
            <a:ext cx="1732788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1719072"/>
            <a:ext cx="36576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389120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AUSENTES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6085332" y="1719072"/>
            <a:ext cx="1732788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5332" y="1719072"/>
            <a:ext cx="36576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6772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176772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VACANTES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722376" y="2359152"/>
            <a:ext cx="4107119" cy="4206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2376" y="2359152"/>
            <a:ext cx="4107119" cy="219456"/>
          </a:xfrm>
          <a:prstGeom prst="rect">
            <a:avLst/>
          </a:prstGeom>
          <a:solidFill>
            <a:srgbClr val="152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" y="2359152"/>
            <a:ext cx="1400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EMPLEADO</a:t>
            </a:r>
            <a:endParaRPr lang="en-US" sz="480" dirty="0"/>
          </a:p>
        </p:txBody>
      </p:sp>
      <p:sp>
        <p:nvSpPr>
          <p:cNvPr id="55" name="Text 53"/>
          <p:cNvSpPr/>
          <p:nvPr/>
        </p:nvSpPr>
        <p:spPr>
          <a:xfrm>
            <a:off x="2196444" y="2359152"/>
            <a:ext cx="6616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</a:t>
            </a:r>
            <a:endParaRPr lang="en-US" sz="480" dirty="0"/>
          </a:p>
        </p:txBody>
      </p:sp>
      <p:sp>
        <p:nvSpPr>
          <p:cNvPr id="56" name="Text 54"/>
          <p:cNvSpPr/>
          <p:nvPr/>
        </p:nvSpPr>
        <p:spPr>
          <a:xfrm>
            <a:off x="2894654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480" dirty="0"/>
          </a:p>
        </p:txBody>
      </p:sp>
      <p:sp>
        <p:nvSpPr>
          <p:cNvPr id="57" name="Text 55"/>
          <p:cNvSpPr/>
          <p:nvPr/>
        </p:nvSpPr>
        <p:spPr>
          <a:xfrm>
            <a:off x="3880362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endParaRPr lang="en-US" sz="480" dirty="0"/>
          </a:p>
        </p:txBody>
      </p:sp>
      <p:sp>
        <p:nvSpPr>
          <p:cNvPr id="58" name="Shape 56"/>
          <p:cNvSpPr/>
          <p:nvPr/>
        </p:nvSpPr>
        <p:spPr>
          <a:xfrm>
            <a:off x="722376" y="2578608"/>
            <a:ext cx="4107119" cy="336499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2578608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Garcia, Luis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2159868" y="2578608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2858078" y="2578608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722376" y="2915107"/>
            <a:ext cx="4107119" cy="336499"/>
          </a:xfrm>
          <a:prstGeom prst="rect">
            <a:avLst/>
          </a:prstGeom>
          <a:solidFill>
            <a:srgbClr val="182031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" y="2915107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Perez, Ana</a:t>
            </a:r>
            <a:endParaRPr lang="en-US" sz="520" dirty="0"/>
          </a:p>
        </p:txBody>
      </p:sp>
      <p:sp>
        <p:nvSpPr>
          <p:cNvPr id="66" name="Text 64"/>
          <p:cNvSpPr/>
          <p:nvPr/>
        </p:nvSpPr>
        <p:spPr>
          <a:xfrm>
            <a:off x="2159868" y="2915107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2858078" y="2915107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Aeropuerto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70" name="Shape 68"/>
          <p:cNvSpPr/>
          <p:nvPr/>
        </p:nvSpPr>
        <p:spPr>
          <a:xfrm>
            <a:off x="722376" y="3251606"/>
            <a:ext cx="4107119" cy="336499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" y="32516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Lopez, Juan</a:t>
            </a:r>
            <a:endParaRPr lang="en-US" sz="520" dirty="0"/>
          </a:p>
        </p:txBody>
      </p:sp>
      <p:sp>
        <p:nvSpPr>
          <p:cNvPr id="72" name="Text 70"/>
          <p:cNvSpPr/>
          <p:nvPr/>
        </p:nvSpPr>
        <p:spPr>
          <a:xfrm>
            <a:off x="2159868" y="32516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2858078" y="32516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 Sec.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722376" y="3588106"/>
            <a:ext cx="4107119" cy="336499"/>
          </a:xfrm>
          <a:prstGeom prst="rect">
            <a:avLst/>
          </a:prstGeom>
          <a:solidFill>
            <a:srgbClr val="182031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" y="35881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Martinez, Carlos</a:t>
            </a:r>
            <a:endParaRPr lang="en-US" sz="520" dirty="0"/>
          </a:p>
        </p:txBody>
      </p:sp>
      <p:sp>
        <p:nvSpPr>
          <p:cNvPr id="78" name="Text 76"/>
          <p:cNvSpPr/>
          <p:nvPr/>
        </p:nvSpPr>
        <p:spPr>
          <a:xfrm>
            <a:off x="2159868" y="35881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2858078" y="35881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Shopping Cr.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solidFill>
            <a:srgbClr val="EF4444">
              <a:alpha val="18000"/>
            </a:srgbClr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</a:t>
            </a:r>
            <a:endParaRPr lang="en-US" sz="450" dirty="0"/>
          </a:p>
        </p:txBody>
      </p:sp>
      <p:sp>
        <p:nvSpPr>
          <p:cNvPr id="82" name="Shape 80"/>
          <p:cNvSpPr/>
          <p:nvPr/>
        </p:nvSpPr>
        <p:spPr>
          <a:xfrm>
            <a:off x="722376" y="3924605"/>
            <a:ext cx="4107119" cy="336499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" y="3924605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Rodriguez, Pablo</a:t>
            </a:r>
            <a:endParaRPr lang="en-US" sz="520" dirty="0"/>
          </a:p>
        </p:txBody>
      </p:sp>
      <p:sp>
        <p:nvSpPr>
          <p:cNvPr id="84" name="Text 82"/>
          <p:cNvSpPr/>
          <p:nvPr/>
        </p:nvSpPr>
        <p:spPr>
          <a:xfrm>
            <a:off x="2159868" y="3924605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2858078" y="3924605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Muni. Cba.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88" name="Shape 86"/>
          <p:cNvSpPr/>
          <p:nvPr/>
        </p:nvSpPr>
        <p:spPr>
          <a:xfrm>
            <a:off x="722376" y="4261104"/>
            <a:ext cx="4107119" cy="336499"/>
          </a:xfrm>
          <a:prstGeom prst="rect">
            <a:avLst/>
          </a:prstGeom>
          <a:solidFill>
            <a:srgbClr val="182031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" y="4261104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Fernandez, Graciela</a:t>
            </a:r>
            <a:endParaRPr lang="en-US" sz="520" dirty="0"/>
          </a:p>
        </p:txBody>
      </p:sp>
      <p:sp>
        <p:nvSpPr>
          <p:cNvPr id="90" name="Text 88"/>
          <p:cNvSpPr/>
          <p:nvPr/>
        </p:nvSpPr>
        <p:spPr>
          <a:xfrm>
            <a:off x="2159868" y="4261104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91" name="Text 89"/>
          <p:cNvSpPr/>
          <p:nvPr/>
        </p:nvSpPr>
        <p:spPr>
          <a:xfrm>
            <a:off x="2858078" y="4261104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Prov.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solidFill>
            <a:srgbClr val="F59E0B">
              <a:alpha val="18000"/>
            </a:srgbClr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</a:t>
            </a:r>
            <a:endParaRPr lang="en-US" sz="450" dirty="0"/>
          </a:p>
        </p:txBody>
      </p:sp>
      <p:sp>
        <p:nvSpPr>
          <p:cNvPr id="94" name="Shape 92"/>
          <p:cNvSpPr/>
          <p:nvPr/>
        </p:nvSpPr>
        <p:spPr>
          <a:xfrm>
            <a:off x="722376" y="4597603"/>
            <a:ext cx="4107119" cy="336499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8952" y="4597603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Gimenez, Roberto</a:t>
            </a:r>
            <a:endParaRPr lang="en-US" sz="520" dirty="0"/>
          </a:p>
        </p:txBody>
      </p:sp>
      <p:sp>
        <p:nvSpPr>
          <p:cNvPr id="96" name="Text 94"/>
          <p:cNvSpPr/>
          <p:nvPr/>
        </p:nvSpPr>
        <p:spPr>
          <a:xfrm>
            <a:off x="2159868" y="4597603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(8h)</a:t>
            </a:r>
            <a:endParaRPr lang="en-US" sz="500" dirty="0"/>
          </a:p>
        </p:txBody>
      </p:sp>
      <p:sp>
        <p:nvSpPr>
          <p:cNvPr id="97" name="Text 95"/>
          <p:cNvSpPr/>
          <p:nvPr/>
        </p:nvSpPr>
        <p:spPr>
          <a:xfrm>
            <a:off x="2858078" y="4597603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Bus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0" name="Shape 98"/>
          <p:cNvSpPr/>
          <p:nvPr/>
        </p:nvSpPr>
        <p:spPr>
          <a:xfrm>
            <a:off x="722376" y="4934102"/>
            <a:ext cx="4107119" cy="336499"/>
          </a:xfrm>
          <a:prstGeom prst="rect">
            <a:avLst/>
          </a:prstGeom>
          <a:solidFill>
            <a:srgbClr val="182031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8952" y="49341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Acosta, Maria</a:t>
            </a:r>
            <a:endParaRPr lang="en-US" sz="520" dirty="0"/>
          </a:p>
        </p:txBody>
      </p:sp>
      <p:sp>
        <p:nvSpPr>
          <p:cNvPr id="102" name="Text 100"/>
          <p:cNvSpPr/>
          <p:nvPr/>
        </p:nvSpPr>
        <p:spPr>
          <a:xfrm>
            <a:off x="2159868" y="49341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103" name="Text 101"/>
          <p:cNvSpPr/>
          <p:nvPr/>
        </p:nvSpPr>
        <p:spPr>
          <a:xfrm>
            <a:off x="2858078" y="49341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Juzgado Fed.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6" name="Shape 104"/>
          <p:cNvSpPr/>
          <p:nvPr/>
        </p:nvSpPr>
        <p:spPr>
          <a:xfrm>
            <a:off x="722376" y="5270602"/>
            <a:ext cx="4107119" cy="336499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58952" y="52706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Vega, Diego</a:t>
            </a:r>
            <a:endParaRPr lang="en-US" sz="520" dirty="0"/>
          </a:p>
        </p:txBody>
      </p:sp>
      <p:sp>
        <p:nvSpPr>
          <p:cNvPr id="108" name="Text 106"/>
          <p:cNvSpPr/>
          <p:nvPr/>
        </p:nvSpPr>
        <p:spPr>
          <a:xfrm>
            <a:off x="2159868" y="52706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109" name="Text 107"/>
          <p:cNvSpPr/>
          <p:nvPr/>
        </p:nvSpPr>
        <p:spPr>
          <a:xfrm>
            <a:off x="2858078" y="52706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Nuc.</a:t>
            </a:r>
            <a:endParaRPr lang="en-US" sz="500" dirty="0"/>
          </a:p>
        </p:txBody>
      </p:sp>
      <p:sp>
        <p:nvSpPr>
          <p:cNvPr id="110" name="Shape 108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112" name="Shape 110"/>
          <p:cNvSpPr/>
          <p:nvPr/>
        </p:nvSpPr>
        <p:spPr>
          <a:xfrm>
            <a:off x="722376" y="5607101"/>
            <a:ext cx="4107119" cy="336499"/>
          </a:xfrm>
          <a:prstGeom prst="rect">
            <a:avLst/>
          </a:prstGeom>
          <a:solidFill>
            <a:srgbClr val="182031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58952" y="5607101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Sosa, Patricia</a:t>
            </a:r>
            <a:endParaRPr lang="en-US" sz="520" dirty="0"/>
          </a:p>
        </p:txBody>
      </p:sp>
      <p:sp>
        <p:nvSpPr>
          <p:cNvPr id="114" name="Text 112"/>
          <p:cNvSpPr/>
          <p:nvPr/>
        </p:nvSpPr>
        <p:spPr>
          <a:xfrm>
            <a:off x="2159868" y="5607101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115" name="Text 113"/>
          <p:cNvSpPr/>
          <p:nvPr/>
        </p:nvSpPr>
        <p:spPr>
          <a:xfrm>
            <a:off x="2858078" y="5607101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Hipermercado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18" name="Shape 116"/>
          <p:cNvSpPr/>
          <p:nvPr/>
        </p:nvSpPr>
        <p:spPr>
          <a:xfrm>
            <a:off x="722376" y="5943600"/>
            <a:ext cx="4107119" cy="336499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8952" y="5943600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Medina, Hernan</a:t>
            </a:r>
            <a:endParaRPr lang="en-US" sz="520" dirty="0"/>
          </a:p>
        </p:txBody>
      </p:sp>
      <p:sp>
        <p:nvSpPr>
          <p:cNvPr id="120" name="Text 118"/>
          <p:cNvSpPr/>
          <p:nvPr/>
        </p:nvSpPr>
        <p:spPr>
          <a:xfrm>
            <a:off x="2159868" y="5943600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00" dirty="0"/>
          </a:p>
        </p:txBody>
      </p:sp>
      <p:sp>
        <p:nvSpPr>
          <p:cNvPr id="121" name="Text 119"/>
          <p:cNvSpPr/>
          <p:nvPr/>
        </p:nvSpPr>
        <p:spPr>
          <a:xfrm>
            <a:off x="2858078" y="5943600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122" name="Shape 120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solidFill>
            <a:srgbClr val="6B7280">
              <a:alpha val="18000"/>
            </a:srgbClr>
          </a:solidFill>
          <a:ln w="3810">
            <a:solidFill>
              <a:srgbClr val="6B728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FRANCO</a:t>
            </a:r>
            <a:endParaRPr lang="en-US" sz="450" dirty="0"/>
          </a:p>
        </p:txBody>
      </p:sp>
      <p:sp>
        <p:nvSpPr>
          <p:cNvPr id="124" name="Shape 122"/>
          <p:cNvSpPr/>
          <p:nvPr/>
        </p:nvSpPr>
        <p:spPr>
          <a:xfrm>
            <a:off x="4920935" y="2359152"/>
            <a:ext cx="2842321" cy="185074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12375" y="241401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NOVEDADES</a:t>
            </a:r>
            <a:endParaRPr lang="en-US" sz="580" dirty="0"/>
          </a:p>
        </p:txBody>
      </p:sp>
      <p:sp>
        <p:nvSpPr>
          <p:cNvPr id="126" name="Shape 124"/>
          <p:cNvSpPr/>
          <p:nvPr/>
        </p:nvSpPr>
        <p:spPr>
          <a:xfrm>
            <a:off x="5003231" y="267004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22103" y="2633472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 llego tarde 08:14</a:t>
            </a:r>
            <a:endParaRPr lang="en-US" sz="530" dirty="0"/>
          </a:p>
        </p:txBody>
      </p:sp>
      <p:sp>
        <p:nvSpPr>
          <p:cNvPr id="128" name="Shape 126"/>
          <p:cNvSpPr/>
          <p:nvPr/>
        </p:nvSpPr>
        <p:spPr>
          <a:xfrm>
            <a:off x="5003231" y="305958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122103" y="3023006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 en Puerto Sec.</a:t>
            </a:r>
            <a:endParaRPr lang="en-US" sz="530" dirty="0"/>
          </a:p>
        </p:txBody>
      </p:sp>
      <p:sp>
        <p:nvSpPr>
          <p:cNvPr id="130" name="Shape 128"/>
          <p:cNvSpPr/>
          <p:nvPr/>
        </p:nvSpPr>
        <p:spPr>
          <a:xfrm>
            <a:off x="5003231" y="3449117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22103" y="3412541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Nuevo turno asignado</a:t>
            </a:r>
            <a:endParaRPr lang="en-US" sz="530" dirty="0"/>
          </a:p>
        </p:txBody>
      </p:sp>
      <p:sp>
        <p:nvSpPr>
          <p:cNvPr id="132" name="Shape 130"/>
          <p:cNvSpPr/>
          <p:nvPr/>
        </p:nvSpPr>
        <p:spPr>
          <a:xfrm>
            <a:off x="5003231" y="3838651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122103" y="3802075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mayo OK</a:t>
            </a:r>
            <a:endParaRPr lang="en-US" sz="530" dirty="0"/>
          </a:p>
        </p:txBody>
      </p:sp>
      <p:sp>
        <p:nvSpPr>
          <p:cNvPr id="134" name="Shape 132"/>
          <p:cNvSpPr/>
          <p:nvPr/>
        </p:nvSpPr>
        <p:spPr>
          <a:xfrm>
            <a:off x="4920935" y="4264762"/>
            <a:ext cx="2842321" cy="218724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12375" y="431962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580" dirty="0"/>
          </a:p>
        </p:txBody>
      </p:sp>
      <p:sp>
        <p:nvSpPr>
          <p:cNvPr id="136" name="Text 134"/>
          <p:cNvSpPr/>
          <p:nvPr/>
        </p:nvSpPr>
        <p:spPr>
          <a:xfrm>
            <a:off x="4984943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480" dirty="0"/>
          </a:p>
        </p:txBody>
      </p:sp>
      <p:sp>
        <p:nvSpPr>
          <p:cNvPr id="137" name="Text 135"/>
          <p:cNvSpPr/>
          <p:nvPr/>
        </p:nvSpPr>
        <p:spPr>
          <a:xfrm>
            <a:off x="5372701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480" dirty="0"/>
          </a:p>
        </p:txBody>
      </p:sp>
      <p:sp>
        <p:nvSpPr>
          <p:cNvPr id="138" name="Text 136"/>
          <p:cNvSpPr/>
          <p:nvPr/>
        </p:nvSpPr>
        <p:spPr>
          <a:xfrm>
            <a:off x="5760459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480" dirty="0"/>
          </a:p>
        </p:txBody>
      </p:sp>
      <p:sp>
        <p:nvSpPr>
          <p:cNvPr id="139" name="Text 137"/>
          <p:cNvSpPr/>
          <p:nvPr/>
        </p:nvSpPr>
        <p:spPr>
          <a:xfrm>
            <a:off x="6148217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</a:t>
            </a:r>
            <a:endParaRPr lang="en-US" sz="480" dirty="0"/>
          </a:p>
        </p:txBody>
      </p:sp>
      <p:sp>
        <p:nvSpPr>
          <p:cNvPr id="140" name="Text 138"/>
          <p:cNvSpPr/>
          <p:nvPr/>
        </p:nvSpPr>
        <p:spPr>
          <a:xfrm>
            <a:off x="6535974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480" dirty="0"/>
          </a:p>
        </p:txBody>
      </p:sp>
      <p:sp>
        <p:nvSpPr>
          <p:cNvPr id="141" name="Text 139"/>
          <p:cNvSpPr/>
          <p:nvPr/>
        </p:nvSpPr>
        <p:spPr>
          <a:xfrm>
            <a:off x="6923732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480" dirty="0"/>
          </a:p>
        </p:txBody>
      </p:sp>
      <p:sp>
        <p:nvSpPr>
          <p:cNvPr id="142" name="Text 140"/>
          <p:cNvSpPr/>
          <p:nvPr/>
        </p:nvSpPr>
        <p:spPr>
          <a:xfrm>
            <a:off x="7311490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480" dirty="0"/>
          </a:p>
        </p:txBody>
      </p:sp>
      <p:sp>
        <p:nvSpPr>
          <p:cNvPr id="143" name="Text 141"/>
          <p:cNvSpPr/>
          <p:nvPr/>
        </p:nvSpPr>
        <p:spPr>
          <a:xfrm>
            <a:off x="4984943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500" dirty="0"/>
          </a:p>
        </p:txBody>
      </p:sp>
      <p:sp>
        <p:nvSpPr>
          <p:cNvPr id="144" name="Text 142"/>
          <p:cNvSpPr/>
          <p:nvPr/>
        </p:nvSpPr>
        <p:spPr>
          <a:xfrm>
            <a:off x="5372701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500" dirty="0"/>
          </a:p>
        </p:txBody>
      </p:sp>
      <p:sp>
        <p:nvSpPr>
          <p:cNvPr id="145" name="Text 143"/>
          <p:cNvSpPr/>
          <p:nvPr/>
        </p:nvSpPr>
        <p:spPr>
          <a:xfrm>
            <a:off x="5760459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00" dirty="0"/>
          </a:p>
        </p:txBody>
      </p:sp>
      <p:sp>
        <p:nvSpPr>
          <p:cNvPr id="146" name="Text 144"/>
          <p:cNvSpPr/>
          <p:nvPr/>
        </p:nvSpPr>
        <p:spPr>
          <a:xfrm>
            <a:off x="6148217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500" dirty="0"/>
          </a:p>
        </p:txBody>
      </p:sp>
      <p:sp>
        <p:nvSpPr>
          <p:cNvPr id="147" name="Text 145"/>
          <p:cNvSpPr/>
          <p:nvPr/>
        </p:nvSpPr>
        <p:spPr>
          <a:xfrm>
            <a:off x="6535974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00" dirty="0"/>
          </a:p>
        </p:txBody>
      </p:sp>
      <p:sp>
        <p:nvSpPr>
          <p:cNvPr id="148" name="Text 146"/>
          <p:cNvSpPr/>
          <p:nvPr/>
        </p:nvSpPr>
        <p:spPr>
          <a:xfrm>
            <a:off x="6923732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7311490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500" dirty="0"/>
          </a:p>
        </p:txBody>
      </p:sp>
      <p:sp>
        <p:nvSpPr>
          <p:cNvPr id="150" name="Text 148"/>
          <p:cNvSpPr/>
          <p:nvPr/>
        </p:nvSpPr>
        <p:spPr>
          <a:xfrm>
            <a:off x="4984943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500" dirty="0"/>
          </a:p>
        </p:txBody>
      </p:sp>
      <p:sp>
        <p:nvSpPr>
          <p:cNvPr id="151" name="Text 149"/>
          <p:cNvSpPr/>
          <p:nvPr/>
        </p:nvSpPr>
        <p:spPr>
          <a:xfrm>
            <a:off x="5372701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500" dirty="0"/>
          </a:p>
        </p:txBody>
      </p:sp>
      <p:sp>
        <p:nvSpPr>
          <p:cNvPr id="152" name="Text 150"/>
          <p:cNvSpPr/>
          <p:nvPr/>
        </p:nvSpPr>
        <p:spPr>
          <a:xfrm>
            <a:off x="5760459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500" dirty="0"/>
          </a:p>
        </p:txBody>
      </p:sp>
      <p:sp>
        <p:nvSpPr>
          <p:cNvPr id="153" name="Text 151"/>
          <p:cNvSpPr/>
          <p:nvPr/>
        </p:nvSpPr>
        <p:spPr>
          <a:xfrm>
            <a:off x="6148217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500" dirty="0"/>
          </a:p>
        </p:txBody>
      </p:sp>
      <p:sp>
        <p:nvSpPr>
          <p:cNvPr id="154" name="Text 152"/>
          <p:cNvSpPr/>
          <p:nvPr/>
        </p:nvSpPr>
        <p:spPr>
          <a:xfrm>
            <a:off x="6535974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500" dirty="0"/>
          </a:p>
        </p:txBody>
      </p:sp>
      <p:sp>
        <p:nvSpPr>
          <p:cNvPr id="155" name="Text 153"/>
          <p:cNvSpPr/>
          <p:nvPr/>
        </p:nvSpPr>
        <p:spPr>
          <a:xfrm>
            <a:off x="6923732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500" dirty="0"/>
          </a:p>
        </p:txBody>
      </p:sp>
      <p:sp>
        <p:nvSpPr>
          <p:cNvPr id="156" name="Text 154"/>
          <p:cNvSpPr/>
          <p:nvPr/>
        </p:nvSpPr>
        <p:spPr>
          <a:xfrm>
            <a:off x="7311490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500" dirty="0"/>
          </a:p>
        </p:txBody>
      </p:sp>
      <p:sp>
        <p:nvSpPr>
          <p:cNvPr id="157" name="Text 155"/>
          <p:cNvSpPr/>
          <p:nvPr/>
        </p:nvSpPr>
        <p:spPr>
          <a:xfrm>
            <a:off x="4984943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500" dirty="0"/>
          </a:p>
        </p:txBody>
      </p:sp>
      <p:sp>
        <p:nvSpPr>
          <p:cNvPr id="158" name="Text 156"/>
          <p:cNvSpPr/>
          <p:nvPr/>
        </p:nvSpPr>
        <p:spPr>
          <a:xfrm>
            <a:off x="5372701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500" dirty="0"/>
          </a:p>
        </p:txBody>
      </p:sp>
      <p:sp>
        <p:nvSpPr>
          <p:cNvPr id="159" name="Text 157"/>
          <p:cNvSpPr/>
          <p:nvPr/>
        </p:nvSpPr>
        <p:spPr>
          <a:xfrm>
            <a:off x="5760459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500" dirty="0"/>
          </a:p>
        </p:txBody>
      </p:sp>
      <p:sp>
        <p:nvSpPr>
          <p:cNvPr id="160" name="Text 158"/>
          <p:cNvSpPr/>
          <p:nvPr/>
        </p:nvSpPr>
        <p:spPr>
          <a:xfrm>
            <a:off x="6148217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500" dirty="0"/>
          </a:p>
        </p:txBody>
      </p:sp>
      <p:sp>
        <p:nvSpPr>
          <p:cNvPr id="161" name="Text 159"/>
          <p:cNvSpPr/>
          <p:nvPr/>
        </p:nvSpPr>
        <p:spPr>
          <a:xfrm>
            <a:off x="6535974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500" dirty="0"/>
          </a:p>
        </p:txBody>
      </p:sp>
      <p:sp>
        <p:nvSpPr>
          <p:cNvPr id="162" name="Text 160"/>
          <p:cNvSpPr/>
          <p:nvPr/>
        </p:nvSpPr>
        <p:spPr>
          <a:xfrm>
            <a:off x="6923732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500" dirty="0"/>
          </a:p>
        </p:txBody>
      </p:sp>
      <p:sp>
        <p:nvSpPr>
          <p:cNvPr id="163" name="Text 161"/>
          <p:cNvSpPr/>
          <p:nvPr/>
        </p:nvSpPr>
        <p:spPr>
          <a:xfrm>
            <a:off x="7311490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500" dirty="0"/>
          </a:p>
        </p:txBody>
      </p:sp>
      <p:sp>
        <p:nvSpPr>
          <p:cNvPr id="164" name="Text 162"/>
          <p:cNvSpPr/>
          <p:nvPr/>
        </p:nvSpPr>
        <p:spPr>
          <a:xfrm>
            <a:off x="4984943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500" dirty="0"/>
          </a:p>
        </p:txBody>
      </p:sp>
      <p:sp>
        <p:nvSpPr>
          <p:cNvPr id="165" name="Text 163"/>
          <p:cNvSpPr/>
          <p:nvPr/>
        </p:nvSpPr>
        <p:spPr>
          <a:xfrm>
            <a:off x="5372701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500" dirty="0"/>
          </a:p>
        </p:txBody>
      </p:sp>
      <p:sp>
        <p:nvSpPr>
          <p:cNvPr id="166" name="Text 164"/>
          <p:cNvSpPr/>
          <p:nvPr/>
        </p:nvSpPr>
        <p:spPr>
          <a:xfrm>
            <a:off x="5760459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500" dirty="0"/>
          </a:p>
        </p:txBody>
      </p:sp>
      <p:sp>
        <p:nvSpPr>
          <p:cNvPr id="167" name="Text 165"/>
          <p:cNvSpPr/>
          <p:nvPr/>
        </p:nvSpPr>
        <p:spPr>
          <a:xfrm>
            <a:off x="6148217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6574750" y="5863133"/>
            <a:ext cx="310206" cy="34547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535974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500" dirty="0"/>
          </a:p>
        </p:txBody>
      </p:sp>
      <p:sp>
        <p:nvSpPr>
          <p:cNvPr id="170" name="Text 168"/>
          <p:cNvSpPr/>
          <p:nvPr/>
        </p:nvSpPr>
        <p:spPr>
          <a:xfrm>
            <a:off x="6923732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500" dirty="0"/>
          </a:p>
        </p:txBody>
      </p:sp>
      <p:sp>
        <p:nvSpPr>
          <p:cNvPr id="171" name="Text 169"/>
          <p:cNvSpPr/>
          <p:nvPr/>
        </p:nvSpPr>
        <p:spPr>
          <a:xfrm>
            <a:off x="7311490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500" dirty="0"/>
          </a:p>
        </p:txBody>
      </p:sp>
      <p:sp>
        <p:nvSpPr>
          <p:cNvPr id="172" name="Shape 170"/>
          <p:cNvSpPr/>
          <p:nvPr/>
        </p:nvSpPr>
        <p:spPr>
          <a:xfrm>
            <a:off x="8092440" y="822960"/>
            <a:ext cx="3840480" cy="658368"/>
          </a:xfrm>
          <a:prstGeom prst="rect">
            <a:avLst/>
          </a:prstGeom>
          <a:solidFill>
            <a:srgbClr val="38BDF8">
              <a:alpha val="12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257032" y="8229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"Moderno, con profundidad y estilo"</a:t>
            </a:r>
            <a:endParaRPr lang="en-US" sz="1150" dirty="0"/>
          </a:p>
        </p:txBody>
      </p:sp>
      <p:sp>
        <p:nvSpPr>
          <p:cNvPr id="174" name="Text 172"/>
          <p:cNvSpPr/>
          <p:nvPr/>
        </p:nvSpPr>
        <p:spPr>
          <a:xfrm>
            <a:off x="809244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CARACTERISTICAS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8092440" y="1901952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092440" y="1901952"/>
            <a:ext cx="54864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238744" y="1901952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Degradados azul marino oscuro</a:t>
            </a:r>
            <a:endParaRPr lang="en-US" sz="1050" dirty="0"/>
          </a:p>
        </p:txBody>
      </p:sp>
      <p:sp>
        <p:nvSpPr>
          <p:cNvPr id="178" name="Shape 176"/>
          <p:cNvSpPr/>
          <p:nvPr/>
        </p:nvSpPr>
        <p:spPr>
          <a:xfrm>
            <a:off x="8092440" y="2414016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092440" y="2414016"/>
            <a:ext cx="54864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238744" y="2414016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 con bordes translucidos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8092440" y="292608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092440" y="2926080"/>
            <a:ext cx="54864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238744" y="2926080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Acento celeste electrico</a:t>
            </a:r>
            <a:endParaRPr lang="en-US" sz="1050" dirty="0"/>
          </a:p>
        </p:txBody>
      </p:sp>
      <p:sp>
        <p:nvSpPr>
          <p:cNvPr id="184" name="Shape 182"/>
          <p:cNvSpPr/>
          <p:nvPr/>
        </p:nvSpPr>
        <p:spPr>
          <a:xfrm>
            <a:off x="8092440" y="3438144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092440" y="3438144"/>
            <a:ext cx="54864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238744" y="3438144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Sensacion de capas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8092440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COLORES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8119872" y="4270248"/>
            <a:ext cx="569976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0924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8744712" y="4270248"/>
            <a:ext cx="569976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871728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369552" y="4270248"/>
            <a:ext cx="569976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934212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Fondo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9994392" y="4270248"/>
            <a:ext cx="569976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96696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10619232" y="4270248"/>
            <a:ext cx="569976" cy="502920"/>
          </a:xfrm>
          <a:prstGeom prst="rect">
            <a:avLst/>
          </a:prstGeom>
          <a:solidFill>
            <a:srgbClr val="38BDF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059180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Acento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>
            <a:off x="11244072" y="4270248"/>
            <a:ext cx="569976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12166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endParaRPr lang="en-US" sz="500" dirty="0"/>
          </a:p>
        </p:txBody>
      </p:sp>
      <p:sp>
        <p:nvSpPr>
          <p:cNvPr id="200" name="Shape 198"/>
          <p:cNvSpPr/>
          <p:nvPr/>
        </p:nvSpPr>
        <p:spPr>
          <a:xfrm>
            <a:off x="8092440" y="507492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229600" y="51023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</a:t>
            </a:r>
            <a:endParaRPr lang="en-US" sz="3000" dirty="0"/>
          </a:p>
        </p:txBody>
      </p:sp>
      <p:sp>
        <p:nvSpPr>
          <p:cNvPr id="202" name="Text 200"/>
          <p:cNvSpPr/>
          <p:nvPr/>
        </p:nvSpPr>
        <p:spPr>
          <a:xfrm>
            <a:off x="9372600" y="5184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Segoe UI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9372600" y="5394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Titulos 20pt bold  |  Cuerpo 14pt regular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 V1.0 — Propuestas de Rediseno   3 /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01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 D — Bold &amp; Colorful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5212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Inspirado en Stripe / Atlassian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" y="868680"/>
            <a:ext cx="7589520" cy="585216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7589520" cy="5852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22960"/>
            <a:ext cx="7589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EF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EMULADOR LOCAL — datos de prueba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28600" y="960120"/>
            <a:ext cx="384048" cy="5715000"/>
          </a:xfrm>
          <a:prstGeom prst="rect">
            <a:avLst/>
          </a:prstGeom>
          <a:solidFill>
            <a:srgbClr val="1A1A2E"/>
          </a:solidFill>
          <a:ln w="6350">
            <a:solidFill>
              <a:srgbClr val="2D2D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0515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228600" y="132588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OPER.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265176" y="1673352"/>
            <a:ext cx="310896" cy="256032"/>
          </a:xfrm>
          <a:prstGeom prst="rect">
            <a:avLst/>
          </a:prstGeom>
          <a:solidFill>
            <a:srgbClr val="E11D4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6733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PLAN.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28600" y="202082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RRHH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28600" y="236829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28600" y="271576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228600" y="306324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REP.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28600" y="34107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ANAL.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228600" y="3758184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612648" y="960120"/>
            <a:ext cx="72054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960120"/>
            <a:ext cx="32424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Y TURNOS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solidFill>
            <a:srgbClr val="E11D48">
              <a:alpha val="15000"/>
            </a:srgbClr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7990" y="10515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Bacar SA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solidFill>
            <a:srgbClr val="166534">
              <a:alpha val="3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4888" y="105156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TURNOS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solidFill>
            <a:srgbClr val="E11D48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2616" y="140817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722376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1719072"/>
            <a:ext cx="36576" cy="53035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3816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PLANIFICADOS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2510028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0028" y="1719072"/>
            <a:ext cx="36576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1468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601468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PRESENTES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4297680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1719072"/>
            <a:ext cx="36576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389120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AUSENTES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6085332" y="1719072"/>
            <a:ext cx="17327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5332" y="1719072"/>
            <a:ext cx="36576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6772" y="1746504"/>
            <a:ext cx="16047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176772" y="2029968"/>
            <a:ext cx="16047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VACANTES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722376" y="2359152"/>
            <a:ext cx="4107119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2376" y="2359152"/>
            <a:ext cx="4107119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" y="2359152"/>
            <a:ext cx="1400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EMPLEADO</a:t>
            </a:r>
            <a:endParaRPr lang="en-US" sz="480" dirty="0"/>
          </a:p>
        </p:txBody>
      </p:sp>
      <p:sp>
        <p:nvSpPr>
          <p:cNvPr id="55" name="Text 53"/>
          <p:cNvSpPr/>
          <p:nvPr/>
        </p:nvSpPr>
        <p:spPr>
          <a:xfrm>
            <a:off x="2196444" y="2359152"/>
            <a:ext cx="6616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</a:t>
            </a:r>
            <a:endParaRPr lang="en-US" sz="480" dirty="0"/>
          </a:p>
        </p:txBody>
      </p:sp>
      <p:sp>
        <p:nvSpPr>
          <p:cNvPr id="56" name="Text 54"/>
          <p:cNvSpPr/>
          <p:nvPr/>
        </p:nvSpPr>
        <p:spPr>
          <a:xfrm>
            <a:off x="2894654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</a:t>
            </a:r>
            <a:endParaRPr lang="en-US" sz="480" dirty="0"/>
          </a:p>
        </p:txBody>
      </p:sp>
      <p:sp>
        <p:nvSpPr>
          <p:cNvPr id="57" name="Text 55"/>
          <p:cNvSpPr/>
          <p:nvPr/>
        </p:nvSpPr>
        <p:spPr>
          <a:xfrm>
            <a:off x="3880362" y="2359152"/>
            <a:ext cx="9491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endParaRPr lang="en-US" sz="480" dirty="0"/>
          </a:p>
        </p:txBody>
      </p:sp>
      <p:sp>
        <p:nvSpPr>
          <p:cNvPr id="58" name="Shape 56"/>
          <p:cNvSpPr/>
          <p:nvPr/>
        </p:nvSpPr>
        <p:spPr>
          <a:xfrm>
            <a:off x="722376" y="2578608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2578608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Garcia, Luis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2159868" y="2578608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2858078" y="2578608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80362" y="2664562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722376" y="2915107"/>
            <a:ext cx="4107119" cy="33649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" y="2915107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Perez, Ana</a:t>
            </a:r>
            <a:endParaRPr lang="en-US" sz="520" dirty="0"/>
          </a:p>
        </p:txBody>
      </p:sp>
      <p:sp>
        <p:nvSpPr>
          <p:cNvPr id="66" name="Text 64"/>
          <p:cNvSpPr/>
          <p:nvPr/>
        </p:nvSpPr>
        <p:spPr>
          <a:xfrm>
            <a:off x="2159868" y="2915107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2858078" y="2915107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Aeropuerto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80362" y="3001061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70" name="Shape 68"/>
          <p:cNvSpPr/>
          <p:nvPr/>
        </p:nvSpPr>
        <p:spPr>
          <a:xfrm>
            <a:off x="722376" y="3251606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" y="32516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Lopez, Juan</a:t>
            </a:r>
            <a:endParaRPr lang="en-US" sz="520" dirty="0"/>
          </a:p>
        </p:txBody>
      </p:sp>
      <p:sp>
        <p:nvSpPr>
          <p:cNvPr id="72" name="Text 70"/>
          <p:cNvSpPr/>
          <p:nvPr/>
        </p:nvSpPr>
        <p:spPr>
          <a:xfrm>
            <a:off x="2159868" y="32516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2858078" y="32516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 Sec.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80362" y="3337560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76" name="Shape 74"/>
          <p:cNvSpPr/>
          <p:nvPr/>
        </p:nvSpPr>
        <p:spPr>
          <a:xfrm>
            <a:off x="722376" y="3588106"/>
            <a:ext cx="4107119" cy="33649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" y="3588106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Martinez, Carlos</a:t>
            </a:r>
            <a:endParaRPr lang="en-US" sz="520" dirty="0"/>
          </a:p>
        </p:txBody>
      </p:sp>
      <p:sp>
        <p:nvSpPr>
          <p:cNvPr id="78" name="Text 76"/>
          <p:cNvSpPr/>
          <p:nvPr/>
        </p:nvSpPr>
        <p:spPr>
          <a:xfrm>
            <a:off x="2159868" y="3588106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2858078" y="3588106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Shopping Cr.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solidFill>
            <a:srgbClr val="EF4444">
              <a:alpha val="18000"/>
            </a:srgbClr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80362" y="3674059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AUSENTE</a:t>
            </a:r>
            <a:endParaRPr lang="en-US" sz="450" dirty="0"/>
          </a:p>
        </p:txBody>
      </p:sp>
      <p:sp>
        <p:nvSpPr>
          <p:cNvPr id="82" name="Shape 80"/>
          <p:cNvSpPr/>
          <p:nvPr/>
        </p:nvSpPr>
        <p:spPr>
          <a:xfrm>
            <a:off x="722376" y="3924605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" y="3924605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Rodriguez, Pablo</a:t>
            </a:r>
            <a:endParaRPr lang="en-US" sz="520" dirty="0"/>
          </a:p>
        </p:txBody>
      </p:sp>
      <p:sp>
        <p:nvSpPr>
          <p:cNvPr id="84" name="Text 82"/>
          <p:cNvSpPr/>
          <p:nvPr/>
        </p:nvSpPr>
        <p:spPr>
          <a:xfrm>
            <a:off x="2159868" y="3924605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2858078" y="3924605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Muni. Cba.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80362" y="40105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88" name="Shape 86"/>
          <p:cNvSpPr/>
          <p:nvPr/>
        </p:nvSpPr>
        <p:spPr>
          <a:xfrm>
            <a:off x="722376" y="4261104"/>
            <a:ext cx="4107119" cy="33649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" y="4261104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Fernandez, Graciela</a:t>
            </a:r>
            <a:endParaRPr lang="en-US" sz="520" dirty="0"/>
          </a:p>
        </p:txBody>
      </p:sp>
      <p:sp>
        <p:nvSpPr>
          <p:cNvPr id="90" name="Text 88"/>
          <p:cNvSpPr/>
          <p:nvPr/>
        </p:nvSpPr>
        <p:spPr>
          <a:xfrm>
            <a:off x="2159868" y="4261104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(8h)</a:t>
            </a:r>
            <a:endParaRPr lang="en-US" sz="500" dirty="0"/>
          </a:p>
        </p:txBody>
      </p:sp>
      <p:sp>
        <p:nvSpPr>
          <p:cNvPr id="91" name="Text 89"/>
          <p:cNvSpPr/>
          <p:nvPr/>
        </p:nvSpPr>
        <p:spPr>
          <a:xfrm>
            <a:off x="2858078" y="4261104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Prov.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solidFill>
            <a:srgbClr val="F59E0B">
              <a:alpha val="18000"/>
            </a:srgbClr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80362" y="4347058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</a:t>
            </a:r>
            <a:endParaRPr lang="en-US" sz="450" dirty="0"/>
          </a:p>
        </p:txBody>
      </p:sp>
      <p:sp>
        <p:nvSpPr>
          <p:cNvPr id="94" name="Shape 92"/>
          <p:cNvSpPr/>
          <p:nvPr/>
        </p:nvSpPr>
        <p:spPr>
          <a:xfrm>
            <a:off x="722376" y="4597603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8952" y="4597603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Gimenez, Roberto</a:t>
            </a:r>
            <a:endParaRPr lang="en-US" sz="520" dirty="0"/>
          </a:p>
        </p:txBody>
      </p:sp>
      <p:sp>
        <p:nvSpPr>
          <p:cNvPr id="96" name="Text 94"/>
          <p:cNvSpPr/>
          <p:nvPr/>
        </p:nvSpPr>
        <p:spPr>
          <a:xfrm>
            <a:off x="2159868" y="4597603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(8h)</a:t>
            </a:r>
            <a:endParaRPr lang="en-US" sz="500" dirty="0"/>
          </a:p>
        </p:txBody>
      </p:sp>
      <p:sp>
        <p:nvSpPr>
          <p:cNvPr id="97" name="Text 95"/>
          <p:cNvSpPr/>
          <p:nvPr/>
        </p:nvSpPr>
        <p:spPr>
          <a:xfrm>
            <a:off x="2858078" y="4597603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Bus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80362" y="4683557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0" name="Shape 98"/>
          <p:cNvSpPr/>
          <p:nvPr/>
        </p:nvSpPr>
        <p:spPr>
          <a:xfrm>
            <a:off x="722376" y="4934102"/>
            <a:ext cx="4107119" cy="33649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8952" y="49341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Acosta, Maria</a:t>
            </a:r>
            <a:endParaRPr lang="en-US" sz="520" dirty="0"/>
          </a:p>
        </p:txBody>
      </p:sp>
      <p:sp>
        <p:nvSpPr>
          <p:cNvPr id="102" name="Text 100"/>
          <p:cNvSpPr/>
          <p:nvPr/>
        </p:nvSpPr>
        <p:spPr>
          <a:xfrm>
            <a:off x="2159868" y="49341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(8h)</a:t>
            </a:r>
            <a:endParaRPr lang="en-US" sz="500" dirty="0"/>
          </a:p>
        </p:txBody>
      </p:sp>
      <p:sp>
        <p:nvSpPr>
          <p:cNvPr id="103" name="Text 101"/>
          <p:cNvSpPr/>
          <p:nvPr/>
        </p:nvSpPr>
        <p:spPr>
          <a:xfrm>
            <a:off x="2858078" y="49341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Juzgado Fed.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80362" y="5020056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06" name="Shape 104"/>
          <p:cNvSpPr/>
          <p:nvPr/>
        </p:nvSpPr>
        <p:spPr>
          <a:xfrm>
            <a:off x="722376" y="5270602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58952" y="5270602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Vega, Diego</a:t>
            </a:r>
            <a:endParaRPr lang="en-US" sz="520" dirty="0"/>
          </a:p>
        </p:txBody>
      </p:sp>
      <p:sp>
        <p:nvSpPr>
          <p:cNvPr id="108" name="Text 106"/>
          <p:cNvSpPr/>
          <p:nvPr/>
        </p:nvSpPr>
        <p:spPr>
          <a:xfrm>
            <a:off x="2159868" y="5270602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N12</a:t>
            </a:r>
            <a:endParaRPr lang="en-US" sz="500" dirty="0"/>
          </a:p>
        </p:txBody>
      </p:sp>
      <p:sp>
        <p:nvSpPr>
          <p:cNvPr id="109" name="Text 107"/>
          <p:cNvSpPr/>
          <p:nvPr/>
        </p:nvSpPr>
        <p:spPr>
          <a:xfrm>
            <a:off x="2858078" y="5270602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Nuc.</a:t>
            </a:r>
            <a:endParaRPr lang="en-US" sz="500" dirty="0"/>
          </a:p>
        </p:txBody>
      </p:sp>
      <p:sp>
        <p:nvSpPr>
          <p:cNvPr id="110" name="Shape 108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solidFill>
            <a:srgbClr val="6366F1">
              <a:alpha val="18000"/>
            </a:srgbClr>
          </a:solidFill>
          <a:ln w="3810">
            <a:solidFill>
              <a:srgbClr val="6366F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80362" y="5356555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PLANIF.</a:t>
            </a:r>
            <a:endParaRPr lang="en-US" sz="450" dirty="0"/>
          </a:p>
        </p:txBody>
      </p:sp>
      <p:sp>
        <p:nvSpPr>
          <p:cNvPr id="112" name="Shape 110"/>
          <p:cNvSpPr/>
          <p:nvPr/>
        </p:nvSpPr>
        <p:spPr>
          <a:xfrm>
            <a:off x="722376" y="5607101"/>
            <a:ext cx="4107119" cy="336499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58952" y="5607101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Sosa, Patricia</a:t>
            </a:r>
            <a:endParaRPr lang="en-US" sz="520" dirty="0"/>
          </a:p>
        </p:txBody>
      </p:sp>
      <p:sp>
        <p:nvSpPr>
          <p:cNvPr id="114" name="Text 112"/>
          <p:cNvSpPr/>
          <p:nvPr/>
        </p:nvSpPr>
        <p:spPr>
          <a:xfrm>
            <a:off x="2159868" y="5607101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D12</a:t>
            </a:r>
            <a:endParaRPr lang="en-US" sz="500" dirty="0"/>
          </a:p>
        </p:txBody>
      </p:sp>
      <p:sp>
        <p:nvSpPr>
          <p:cNvPr id="115" name="Text 113"/>
          <p:cNvSpPr/>
          <p:nvPr/>
        </p:nvSpPr>
        <p:spPr>
          <a:xfrm>
            <a:off x="2858078" y="5607101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Hipermercado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solidFill>
            <a:srgbClr val="22C55E">
              <a:alpha val="18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880362" y="56930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</a:t>
            </a:r>
            <a:endParaRPr lang="en-US" sz="450" dirty="0"/>
          </a:p>
        </p:txBody>
      </p:sp>
      <p:sp>
        <p:nvSpPr>
          <p:cNvPr id="118" name="Shape 116"/>
          <p:cNvSpPr/>
          <p:nvPr/>
        </p:nvSpPr>
        <p:spPr>
          <a:xfrm>
            <a:off x="722376" y="5943600"/>
            <a:ext cx="4107119" cy="3364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8952" y="5943600"/>
            <a:ext cx="1400916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Medina, Hernan</a:t>
            </a:r>
            <a:endParaRPr lang="en-US" sz="520" dirty="0"/>
          </a:p>
        </p:txBody>
      </p:sp>
      <p:sp>
        <p:nvSpPr>
          <p:cNvPr id="120" name="Text 118"/>
          <p:cNvSpPr/>
          <p:nvPr/>
        </p:nvSpPr>
        <p:spPr>
          <a:xfrm>
            <a:off x="2159868" y="5943600"/>
            <a:ext cx="69821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00" dirty="0"/>
          </a:p>
        </p:txBody>
      </p:sp>
      <p:sp>
        <p:nvSpPr>
          <p:cNvPr id="121" name="Text 119"/>
          <p:cNvSpPr/>
          <p:nvPr/>
        </p:nvSpPr>
        <p:spPr>
          <a:xfrm>
            <a:off x="2858078" y="5943600"/>
            <a:ext cx="985709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Nac.</a:t>
            </a:r>
            <a:endParaRPr lang="en-US" sz="500" dirty="0"/>
          </a:p>
        </p:txBody>
      </p:sp>
      <p:sp>
        <p:nvSpPr>
          <p:cNvPr id="122" name="Shape 120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solidFill>
            <a:srgbClr val="6B7280">
              <a:alpha val="18000"/>
            </a:srgbClr>
          </a:solidFill>
          <a:ln w="3810">
            <a:solidFill>
              <a:srgbClr val="6B728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80362" y="6029554"/>
            <a:ext cx="89426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FRANCO</a:t>
            </a:r>
            <a:endParaRPr lang="en-US" sz="450" dirty="0"/>
          </a:p>
        </p:txBody>
      </p:sp>
      <p:sp>
        <p:nvSpPr>
          <p:cNvPr id="124" name="Shape 122"/>
          <p:cNvSpPr/>
          <p:nvPr/>
        </p:nvSpPr>
        <p:spPr>
          <a:xfrm>
            <a:off x="4920935" y="2359152"/>
            <a:ext cx="2842321" cy="185074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12375" y="241401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NOVEDADES</a:t>
            </a:r>
            <a:endParaRPr lang="en-US" sz="580" dirty="0"/>
          </a:p>
        </p:txBody>
      </p:sp>
      <p:sp>
        <p:nvSpPr>
          <p:cNvPr id="126" name="Shape 124"/>
          <p:cNvSpPr/>
          <p:nvPr/>
        </p:nvSpPr>
        <p:spPr>
          <a:xfrm>
            <a:off x="5003231" y="267004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22103" y="2633472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Garcia llego tarde 08:14</a:t>
            </a:r>
            <a:endParaRPr lang="en-US" sz="530" dirty="0"/>
          </a:p>
        </p:txBody>
      </p:sp>
      <p:sp>
        <p:nvSpPr>
          <p:cNvPr id="128" name="Shape 126"/>
          <p:cNvSpPr/>
          <p:nvPr/>
        </p:nvSpPr>
        <p:spPr>
          <a:xfrm>
            <a:off x="5003231" y="305958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122103" y="3023006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Vacante en Puerto Sec.</a:t>
            </a:r>
            <a:endParaRPr lang="en-US" sz="530" dirty="0"/>
          </a:p>
        </p:txBody>
      </p:sp>
      <p:sp>
        <p:nvSpPr>
          <p:cNvPr id="130" name="Shape 128"/>
          <p:cNvSpPr/>
          <p:nvPr/>
        </p:nvSpPr>
        <p:spPr>
          <a:xfrm>
            <a:off x="5003231" y="3449117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22103" y="3412541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Nuevo turno asignado</a:t>
            </a:r>
            <a:endParaRPr lang="en-US" sz="530" dirty="0"/>
          </a:p>
        </p:txBody>
      </p:sp>
      <p:sp>
        <p:nvSpPr>
          <p:cNvPr id="132" name="Shape 130"/>
          <p:cNvSpPr/>
          <p:nvPr/>
        </p:nvSpPr>
        <p:spPr>
          <a:xfrm>
            <a:off x="5003231" y="3838651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122103" y="3802075"/>
            <a:ext cx="25680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Planificacion mayo OK</a:t>
            </a:r>
            <a:endParaRPr lang="en-US" sz="530" dirty="0"/>
          </a:p>
        </p:txBody>
      </p:sp>
      <p:sp>
        <p:nvSpPr>
          <p:cNvPr id="134" name="Shape 132"/>
          <p:cNvSpPr/>
          <p:nvPr/>
        </p:nvSpPr>
        <p:spPr>
          <a:xfrm>
            <a:off x="4920935" y="4264762"/>
            <a:ext cx="2842321" cy="218724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12375" y="4319626"/>
            <a:ext cx="273259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580" dirty="0"/>
          </a:p>
        </p:txBody>
      </p:sp>
      <p:sp>
        <p:nvSpPr>
          <p:cNvPr id="136" name="Text 134"/>
          <p:cNvSpPr/>
          <p:nvPr/>
        </p:nvSpPr>
        <p:spPr>
          <a:xfrm>
            <a:off x="4984943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480" dirty="0"/>
          </a:p>
        </p:txBody>
      </p:sp>
      <p:sp>
        <p:nvSpPr>
          <p:cNvPr id="137" name="Text 135"/>
          <p:cNvSpPr/>
          <p:nvPr/>
        </p:nvSpPr>
        <p:spPr>
          <a:xfrm>
            <a:off x="5372701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480" dirty="0"/>
          </a:p>
        </p:txBody>
      </p:sp>
      <p:sp>
        <p:nvSpPr>
          <p:cNvPr id="138" name="Text 136"/>
          <p:cNvSpPr/>
          <p:nvPr/>
        </p:nvSpPr>
        <p:spPr>
          <a:xfrm>
            <a:off x="5760459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480" dirty="0"/>
          </a:p>
        </p:txBody>
      </p:sp>
      <p:sp>
        <p:nvSpPr>
          <p:cNvPr id="139" name="Text 137"/>
          <p:cNvSpPr/>
          <p:nvPr/>
        </p:nvSpPr>
        <p:spPr>
          <a:xfrm>
            <a:off x="6148217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</a:t>
            </a:r>
            <a:endParaRPr lang="en-US" sz="480" dirty="0"/>
          </a:p>
        </p:txBody>
      </p:sp>
      <p:sp>
        <p:nvSpPr>
          <p:cNvPr id="140" name="Text 138"/>
          <p:cNvSpPr/>
          <p:nvPr/>
        </p:nvSpPr>
        <p:spPr>
          <a:xfrm>
            <a:off x="6535974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480" dirty="0"/>
          </a:p>
        </p:txBody>
      </p:sp>
      <p:sp>
        <p:nvSpPr>
          <p:cNvPr id="141" name="Text 139"/>
          <p:cNvSpPr/>
          <p:nvPr/>
        </p:nvSpPr>
        <p:spPr>
          <a:xfrm>
            <a:off x="6923732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480" dirty="0"/>
          </a:p>
        </p:txBody>
      </p:sp>
      <p:sp>
        <p:nvSpPr>
          <p:cNvPr id="142" name="Text 140"/>
          <p:cNvSpPr/>
          <p:nvPr/>
        </p:nvSpPr>
        <p:spPr>
          <a:xfrm>
            <a:off x="7311490" y="4511650"/>
            <a:ext cx="3877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480" dirty="0"/>
          </a:p>
        </p:txBody>
      </p:sp>
      <p:sp>
        <p:nvSpPr>
          <p:cNvPr id="143" name="Text 141"/>
          <p:cNvSpPr/>
          <p:nvPr/>
        </p:nvSpPr>
        <p:spPr>
          <a:xfrm>
            <a:off x="4984943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500" dirty="0"/>
          </a:p>
        </p:txBody>
      </p:sp>
      <p:sp>
        <p:nvSpPr>
          <p:cNvPr id="144" name="Text 142"/>
          <p:cNvSpPr/>
          <p:nvPr/>
        </p:nvSpPr>
        <p:spPr>
          <a:xfrm>
            <a:off x="5372701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500" dirty="0"/>
          </a:p>
        </p:txBody>
      </p:sp>
      <p:sp>
        <p:nvSpPr>
          <p:cNvPr id="145" name="Text 143"/>
          <p:cNvSpPr/>
          <p:nvPr/>
        </p:nvSpPr>
        <p:spPr>
          <a:xfrm>
            <a:off x="5760459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00" dirty="0"/>
          </a:p>
        </p:txBody>
      </p:sp>
      <p:sp>
        <p:nvSpPr>
          <p:cNvPr id="146" name="Text 144"/>
          <p:cNvSpPr/>
          <p:nvPr/>
        </p:nvSpPr>
        <p:spPr>
          <a:xfrm>
            <a:off x="6148217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500" dirty="0"/>
          </a:p>
        </p:txBody>
      </p:sp>
      <p:sp>
        <p:nvSpPr>
          <p:cNvPr id="147" name="Text 145"/>
          <p:cNvSpPr/>
          <p:nvPr/>
        </p:nvSpPr>
        <p:spPr>
          <a:xfrm>
            <a:off x="6535974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00" dirty="0"/>
          </a:p>
        </p:txBody>
      </p:sp>
      <p:sp>
        <p:nvSpPr>
          <p:cNvPr id="148" name="Text 146"/>
          <p:cNvSpPr/>
          <p:nvPr/>
        </p:nvSpPr>
        <p:spPr>
          <a:xfrm>
            <a:off x="6923732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7311490" y="4685386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500" dirty="0"/>
          </a:p>
        </p:txBody>
      </p:sp>
      <p:sp>
        <p:nvSpPr>
          <p:cNvPr id="150" name="Text 148"/>
          <p:cNvSpPr/>
          <p:nvPr/>
        </p:nvSpPr>
        <p:spPr>
          <a:xfrm>
            <a:off x="4984943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500" dirty="0"/>
          </a:p>
        </p:txBody>
      </p:sp>
      <p:sp>
        <p:nvSpPr>
          <p:cNvPr id="151" name="Text 149"/>
          <p:cNvSpPr/>
          <p:nvPr/>
        </p:nvSpPr>
        <p:spPr>
          <a:xfrm>
            <a:off x="5372701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500" dirty="0"/>
          </a:p>
        </p:txBody>
      </p:sp>
      <p:sp>
        <p:nvSpPr>
          <p:cNvPr id="152" name="Text 150"/>
          <p:cNvSpPr/>
          <p:nvPr/>
        </p:nvSpPr>
        <p:spPr>
          <a:xfrm>
            <a:off x="5760459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500" dirty="0"/>
          </a:p>
        </p:txBody>
      </p:sp>
      <p:sp>
        <p:nvSpPr>
          <p:cNvPr id="153" name="Text 151"/>
          <p:cNvSpPr/>
          <p:nvPr/>
        </p:nvSpPr>
        <p:spPr>
          <a:xfrm>
            <a:off x="6148217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500" dirty="0"/>
          </a:p>
        </p:txBody>
      </p:sp>
      <p:sp>
        <p:nvSpPr>
          <p:cNvPr id="154" name="Text 152"/>
          <p:cNvSpPr/>
          <p:nvPr/>
        </p:nvSpPr>
        <p:spPr>
          <a:xfrm>
            <a:off x="6535974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500" dirty="0"/>
          </a:p>
        </p:txBody>
      </p:sp>
      <p:sp>
        <p:nvSpPr>
          <p:cNvPr id="155" name="Text 153"/>
          <p:cNvSpPr/>
          <p:nvPr/>
        </p:nvSpPr>
        <p:spPr>
          <a:xfrm>
            <a:off x="6923732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500" dirty="0"/>
          </a:p>
        </p:txBody>
      </p:sp>
      <p:sp>
        <p:nvSpPr>
          <p:cNvPr id="156" name="Text 154"/>
          <p:cNvSpPr/>
          <p:nvPr/>
        </p:nvSpPr>
        <p:spPr>
          <a:xfrm>
            <a:off x="7311490" y="5077968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500" dirty="0"/>
          </a:p>
        </p:txBody>
      </p:sp>
      <p:sp>
        <p:nvSpPr>
          <p:cNvPr id="157" name="Text 155"/>
          <p:cNvSpPr/>
          <p:nvPr/>
        </p:nvSpPr>
        <p:spPr>
          <a:xfrm>
            <a:off x="4984943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500" dirty="0"/>
          </a:p>
        </p:txBody>
      </p:sp>
      <p:sp>
        <p:nvSpPr>
          <p:cNvPr id="158" name="Text 156"/>
          <p:cNvSpPr/>
          <p:nvPr/>
        </p:nvSpPr>
        <p:spPr>
          <a:xfrm>
            <a:off x="5372701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500" dirty="0"/>
          </a:p>
        </p:txBody>
      </p:sp>
      <p:sp>
        <p:nvSpPr>
          <p:cNvPr id="159" name="Text 157"/>
          <p:cNvSpPr/>
          <p:nvPr/>
        </p:nvSpPr>
        <p:spPr>
          <a:xfrm>
            <a:off x="5760459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500" dirty="0"/>
          </a:p>
        </p:txBody>
      </p:sp>
      <p:sp>
        <p:nvSpPr>
          <p:cNvPr id="160" name="Text 158"/>
          <p:cNvSpPr/>
          <p:nvPr/>
        </p:nvSpPr>
        <p:spPr>
          <a:xfrm>
            <a:off x="6148217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500" dirty="0"/>
          </a:p>
        </p:txBody>
      </p:sp>
      <p:sp>
        <p:nvSpPr>
          <p:cNvPr id="161" name="Text 159"/>
          <p:cNvSpPr/>
          <p:nvPr/>
        </p:nvSpPr>
        <p:spPr>
          <a:xfrm>
            <a:off x="6535974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500" dirty="0"/>
          </a:p>
        </p:txBody>
      </p:sp>
      <p:sp>
        <p:nvSpPr>
          <p:cNvPr id="162" name="Text 160"/>
          <p:cNvSpPr/>
          <p:nvPr/>
        </p:nvSpPr>
        <p:spPr>
          <a:xfrm>
            <a:off x="6923732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500" dirty="0"/>
          </a:p>
        </p:txBody>
      </p:sp>
      <p:sp>
        <p:nvSpPr>
          <p:cNvPr id="163" name="Text 161"/>
          <p:cNvSpPr/>
          <p:nvPr/>
        </p:nvSpPr>
        <p:spPr>
          <a:xfrm>
            <a:off x="7311490" y="5470550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500" dirty="0"/>
          </a:p>
        </p:txBody>
      </p:sp>
      <p:sp>
        <p:nvSpPr>
          <p:cNvPr id="164" name="Text 162"/>
          <p:cNvSpPr/>
          <p:nvPr/>
        </p:nvSpPr>
        <p:spPr>
          <a:xfrm>
            <a:off x="4984943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500" dirty="0"/>
          </a:p>
        </p:txBody>
      </p:sp>
      <p:sp>
        <p:nvSpPr>
          <p:cNvPr id="165" name="Text 163"/>
          <p:cNvSpPr/>
          <p:nvPr/>
        </p:nvSpPr>
        <p:spPr>
          <a:xfrm>
            <a:off x="5372701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500" dirty="0"/>
          </a:p>
        </p:txBody>
      </p:sp>
      <p:sp>
        <p:nvSpPr>
          <p:cNvPr id="166" name="Text 164"/>
          <p:cNvSpPr/>
          <p:nvPr/>
        </p:nvSpPr>
        <p:spPr>
          <a:xfrm>
            <a:off x="5760459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500" dirty="0"/>
          </a:p>
        </p:txBody>
      </p:sp>
      <p:sp>
        <p:nvSpPr>
          <p:cNvPr id="167" name="Text 165"/>
          <p:cNvSpPr/>
          <p:nvPr/>
        </p:nvSpPr>
        <p:spPr>
          <a:xfrm>
            <a:off x="6148217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6574750" y="5863133"/>
            <a:ext cx="310206" cy="345473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535974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500" dirty="0"/>
          </a:p>
        </p:txBody>
      </p:sp>
      <p:sp>
        <p:nvSpPr>
          <p:cNvPr id="170" name="Text 168"/>
          <p:cNvSpPr/>
          <p:nvPr/>
        </p:nvSpPr>
        <p:spPr>
          <a:xfrm>
            <a:off x="6923732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500" dirty="0"/>
          </a:p>
        </p:txBody>
      </p:sp>
      <p:sp>
        <p:nvSpPr>
          <p:cNvPr id="171" name="Text 169"/>
          <p:cNvSpPr/>
          <p:nvPr/>
        </p:nvSpPr>
        <p:spPr>
          <a:xfrm>
            <a:off x="7311490" y="5863133"/>
            <a:ext cx="387758" cy="3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500" dirty="0"/>
          </a:p>
        </p:txBody>
      </p:sp>
      <p:sp>
        <p:nvSpPr>
          <p:cNvPr id="172" name="Shape 170"/>
          <p:cNvSpPr/>
          <p:nvPr/>
        </p:nvSpPr>
        <p:spPr>
          <a:xfrm>
            <a:off x="8092440" y="822960"/>
            <a:ext cx="3840480" cy="658368"/>
          </a:xfrm>
          <a:prstGeom prst="rect">
            <a:avLst/>
          </a:prstGeom>
          <a:solidFill>
            <a:srgbClr val="E11D48">
              <a:alpha val="12000"/>
            </a:srgbClr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257032" y="8229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"Energetico, claro y memorable"</a:t>
            </a:r>
            <a:endParaRPr lang="en-US" sz="1150" dirty="0"/>
          </a:p>
        </p:txBody>
      </p:sp>
      <p:sp>
        <p:nvSpPr>
          <p:cNvPr id="174" name="Text 172"/>
          <p:cNvSpPr/>
          <p:nvPr/>
        </p:nvSpPr>
        <p:spPr>
          <a:xfrm>
            <a:off x="809244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CARACTERISTICAS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8092440" y="1901952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092440" y="1901952"/>
            <a:ext cx="54864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238744" y="1901952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 azul marino profundo</a:t>
            </a:r>
            <a:endParaRPr lang="en-US" sz="1050" dirty="0"/>
          </a:p>
        </p:txBody>
      </p:sp>
      <p:sp>
        <p:nvSpPr>
          <p:cNvPr id="178" name="Shape 176"/>
          <p:cNvSpPr/>
          <p:nvPr/>
        </p:nvSpPr>
        <p:spPr>
          <a:xfrm>
            <a:off x="8092440" y="2414016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092440" y="2414016"/>
            <a:ext cx="54864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8238744" y="2414016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Acento rojo coral vibrante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8092440" y="292608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092440" y="2926080"/>
            <a:ext cx="54864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238744" y="2926080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 blancas con sombra</a:t>
            </a:r>
            <a:endParaRPr lang="en-US" sz="1050" dirty="0"/>
          </a:p>
        </p:txBody>
      </p:sp>
      <p:sp>
        <p:nvSpPr>
          <p:cNvPr id="184" name="Shape 182"/>
          <p:cNvSpPr/>
          <p:nvPr/>
        </p:nvSpPr>
        <p:spPr>
          <a:xfrm>
            <a:off x="8092440" y="3438144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092440" y="3438144"/>
            <a:ext cx="54864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238744" y="3438144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Badges de color intenso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8092440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COLORES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8119872" y="4270248"/>
            <a:ext cx="569976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0924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500" dirty="0"/>
          </a:p>
        </p:txBody>
      </p:sp>
      <p:sp>
        <p:nvSpPr>
          <p:cNvPr id="190" name="Shape 188"/>
          <p:cNvSpPr/>
          <p:nvPr/>
        </p:nvSpPr>
        <p:spPr>
          <a:xfrm>
            <a:off x="8744712" y="4270248"/>
            <a:ext cx="56997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871728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9369552" y="4270248"/>
            <a:ext cx="569976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934212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Fondo</a:t>
            </a:r>
            <a:endParaRPr lang="en-US" sz="500" dirty="0"/>
          </a:p>
        </p:txBody>
      </p:sp>
      <p:sp>
        <p:nvSpPr>
          <p:cNvPr id="194" name="Shape 192"/>
          <p:cNvSpPr/>
          <p:nvPr/>
        </p:nvSpPr>
        <p:spPr>
          <a:xfrm>
            <a:off x="9994392" y="4270248"/>
            <a:ext cx="56997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96696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endParaRPr lang="en-US" sz="500" dirty="0"/>
          </a:p>
        </p:txBody>
      </p:sp>
      <p:sp>
        <p:nvSpPr>
          <p:cNvPr id="196" name="Shape 194"/>
          <p:cNvSpPr/>
          <p:nvPr/>
        </p:nvSpPr>
        <p:spPr>
          <a:xfrm>
            <a:off x="10619232" y="4270248"/>
            <a:ext cx="569976" cy="502920"/>
          </a:xfrm>
          <a:prstGeom prst="rect">
            <a:avLst/>
          </a:prstGeom>
          <a:solidFill>
            <a:srgbClr val="E11D4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059180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Acento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>
            <a:off x="11244072" y="4270248"/>
            <a:ext cx="569976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1216640" y="4791456"/>
            <a:ext cx="62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endParaRPr lang="en-US" sz="500" dirty="0"/>
          </a:p>
        </p:txBody>
      </p:sp>
      <p:sp>
        <p:nvSpPr>
          <p:cNvPr id="200" name="Shape 198"/>
          <p:cNvSpPr/>
          <p:nvPr/>
        </p:nvSpPr>
        <p:spPr>
          <a:xfrm>
            <a:off x="8092440" y="507492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229600" y="51023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</a:t>
            </a:r>
            <a:endParaRPr lang="en-US" sz="3000" dirty="0"/>
          </a:p>
        </p:txBody>
      </p:sp>
      <p:sp>
        <p:nvSpPr>
          <p:cNvPr id="202" name="Text 200"/>
          <p:cNvSpPr/>
          <p:nvPr/>
        </p:nvSpPr>
        <p:spPr>
          <a:xfrm>
            <a:off x="9372600" y="5184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Segoe UI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9372600" y="5394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Titulos 20pt bold  |  Cuerpo 14pt regular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COSP V1.0 — Propuestas de Rediseno   4 / 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 de Propuestas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384048"/>
          </a:xfrm>
          <a:prstGeom prst="rect">
            <a:avLst/>
          </a:prstGeom>
          <a:solidFill>
            <a:srgbClr val="0F1040"/>
          </a:solidFill>
          <a:ln w="6350">
            <a:solidFill>
              <a:srgbClr val="2D3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17520" y="1005840"/>
            <a:ext cx="2178558" cy="384048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005840"/>
            <a:ext cx="21785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Dark Premium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96078" y="1005840"/>
            <a:ext cx="2178558" cy="384048"/>
          </a:xfrm>
          <a:prstGeom prst="rect">
            <a:avLst/>
          </a:prstGeom>
          <a:solidFill>
            <a:srgbClr val="6366F1">
              <a:alpha val="25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6078" y="1005840"/>
            <a:ext cx="21785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Light &amp; Clean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74636" y="1005840"/>
            <a:ext cx="2178558" cy="384048"/>
          </a:xfrm>
          <a:prstGeom prst="rect">
            <a:avLst/>
          </a:prstGeom>
          <a:solidFill>
            <a:srgbClr val="38BDF8">
              <a:alpha val="25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4636" y="1005840"/>
            <a:ext cx="21785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Glassmorphism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53194" y="1005840"/>
            <a:ext cx="2178558" cy="384048"/>
          </a:xfrm>
          <a:prstGeom prst="rect">
            <a:avLst/>
          </a:prstGeom>
          <a:solidFill>
            <a:srgbClr val="E11D48">
              <a:alpha val="25000"/>
            </a:srgbClr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53194" y="1005840"/>
            <a:ext cx="21785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Bold &amp; Colorful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389888"/>
            <a:ext cx="2560320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1389888"/>
            <a:ext cx="2450592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Profesionalismo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1389888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634163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5528" y="1634163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16375" y="1634163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223" y="1634163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8070" y="1634163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96078" y="1389888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33238" y="1634163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4086" y="1634163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4933" y="1634163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5781" y="1634163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6628" y="1634163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74636" y="1389888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1796" y="1634163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92644" y="1634163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3491" y="1634163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54339" y="1634163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35186" y="1634163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53194" y="1389888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0354" y="1634163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71202" y="1634163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52049" y="1634163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32897" y="1634163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13744" y="1634163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043031"/>
            <a:ext cx="2560320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2043031"/>
            <a:ext cx="2450592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Legibilidad diurna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017520" y="2043031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228730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35528" y="228730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16375" y="228730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97223" y="2287306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78070" y="2287306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96078" y="2043031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33238" y="2287306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4086" y="2287306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94933" y="2287306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75781" y="2287306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6628" y="2287306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74636" y="2043031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11796" y="2287306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92644" y="2287306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73491" y="2287306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54339" y="2287306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35186" y="2287306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53194" y="2043031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90354" y="228730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71202" y="228730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52049" y="228730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832897" y="228730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213744" y="2287306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2696174"/>
            <a:ext cx="2560320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2696174"/>
            <a:ext cx="2450592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nocturno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017520" y="2696174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54680" y="2940449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35528" y="2940449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16375" y="2940449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97223" y="2940449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78070" y="2940449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196078" y="2696174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33238" y="2940449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14086" y="2940449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94933" y="2940449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75781" y="2940449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56628" y="2940449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74636" y="2696174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11796" y="2940449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92644" y="2940449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273491" y="2940449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54339" y="2940449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35186" y="2940449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553194" y="2696174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90354" y="2940449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71202" y="2940449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452049" y="2940449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32897" y="2940449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213744" y="2940449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" y="3349317"/>
            <a:ext cx="2560320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6928" y="3349317"/>
            <a:ext cx="2450592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visual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3017520" y="3349317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54680" y="359359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35528" y="359359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16375" y="359359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297223" y="359359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678070" y="3593592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96078" y="3349317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333238" y="359359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714086" y="359359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094933" y="359359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75781" y="3593592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856628" y="3593592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74636" y="3349317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11796" y="3593592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892644" y="3593592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73491" y="3593592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54339" y="3593592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35186" y="3593592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553194" y="3349317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90354" y="3593592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071202" y="3593592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452049" y="3593592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832897" y="3593592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213744" y="3593592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57200" y="4002459"/>
            <a:ext cx="2560320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66928" y="4002459"/>
            <a:ext cx="2450592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Facilidad de implementar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3017520" y="4002459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154680" y="4246735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535528" y="4246735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916375" y="4246735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297223" y="4246735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78070" y="4246735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96078" y="4002459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333238" y="4246735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714086" y="4246735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94933" y="4246735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75781" y="4246735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856628" y="4246735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374636" y="4002459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511796" y="4246735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892644" y="4246735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273491" y="4246735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54339" y="4246735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035186" y="4246735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553194" y="4002459"/>
            <a:ext cx="2178558" cy="653143"/>
          </a:xfrm>
          <a:prstGeom prst="rect">
            <a:avLst/>
          </a:prstGeom>
          <a:solidFill>
            <a:srgbClr val="0A0B2E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690354" y="4246735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71202" y="4246735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52049" y="4246735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832897" y="4246735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213744" y="4246735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57200" y="4655602"/>
            <a:ext cx="2560320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66928" y="4655602"/>
            <a:ext cx="2450592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Modernidad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3017520" y="4655602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154680" y="489987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535528" y="489987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916375" y="489987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297223" y="489987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678070" y="489987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196078" y="4655602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333238" y="4899878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14086" y="4899878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94933" y="4899878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75781" y="4899878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856628" y="4899878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374636" y="4655602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511796" y="489987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892644" y="489987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273491" y="489987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654339" y="489987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035186" y="489987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553194" y="4655602"/>
            <a:ext cx="2178558" cy="653143"/>
          </a:xfrm>
          <a:prstGeom prst="rect">
            <a:avLst/>
          </a:prstGeom>
          <a:solidFill>
            <a:srgbClr val="0F1040"/>
          </a:solidFill>
          <a:ln w="3810">
            <a:solidFill>
              <a:srgbClr val="1E207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690354" y="4899878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071202" y="4899878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452049" y="4899878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832897" y="4899878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13744" y="4899878"/>
            <a:ext cx="164592" cy="164592"/>
          </a:xfrm>
          <a:prstGeom prst="ellipse">
            <a:avLst/>
          </a:prstGeom>
          <a:solidFill>
            <a:srgbClr val="2D30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57200" y="5308745"/>
            <a:ext cx="2560320" cy="457200"/>
          </a:xfrm>
          <a:prstGeom prst="rect">
            <a:avLst/>
          </a:prstGeom>
          <a:solidFill>
            <a:srgbClr val="1A1B4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66928" y="5308745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3017520" y="5308745"/>
            <a:ext cx="2178558" cy="457200"/>
          </a:xfrm>
          <a:prstGeom prst="rect">
            <a:avLst/>
          </a:prstGeom>
          <a:solidFill>
            <a:srgbClr val="1A1B4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017520" y="5308745"/>
            <a:ext cx="2178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/ 30</a:t>
            </a:r>
            <a:endParaRPr lang="en-US" sz="1500" dirty="0"/>
          </a:p>
        </p:txBody>
      </p:sp>
      <p:sp>
        <p:nvSpPr>
          <p:cNvPr id="175" name="Shape 173"/>
          <p:cNvSpPr/>
          <p:nvPr/>
        </p:nvSpPr>
        <p:spPr>
          <a:xfrm>
            <a:off x="5196078" y="5308745"/>
            <a:ext cx="2178558" cy="457200"/>
          </a:xfrm>
          <a:prstGeom prst="rect">
            <a:avLst/>
          </a:prstGeom>
          <a:solidFill>
            <a:srgbClr val="1A1B4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196078" y="5308745"/>
            <a:ext cx="2178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/ 30</a:t>
            </a:r>
            <a:endParaRPr lang="en-US" sz="1500" dirty="0"/>
          </a:p>
        </p:txBody>
      </p:sp>
      <p:sp>
        <p:nvSpPr>
          <p:cNvPr id="177" name="Shape 175"/>
          <p:cNvSpPr/>
          <p:nvPr/>
        </p:nvSpPr>
        <p:spPr>
          <a:xfrm>
            <a:off x="7374636" y="5308745"/>
            <a:ext cx="2178558" cy="457200"/>
          </a:xfrm>
          <a:prstGeom prst="rect">
            <a:avLst/>
          </a:prstGeom>
          <a:solidFill>
            <a:srgbClr val="1A1B4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374636" y="5308745"/>
            <a:ext cx="2178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/ 30</a:t>
            </a:r>
            <a:endParaRPr lang="en-US" sz="1500" dirty="0"/>
          </a:p>
        </p:txBody>
      </p:sp>
      <p:sp>
        <p:nvSpPr>
          <p:cNvPr id="179" name="Shape 177"/>
          <p:cNvSpPr/>
          <p:nvPr/>
        </p:nvSpPr>
        <p:spPr>
          <a:xfrm>
            <a:off x="9553194" y="5308745"/>
            <a:ext cx="2178558" cy="457200"/>
          </a:xfrm>
          <a:prstGeom prst="rect">
            <a:avLst/>
          </a:prstGeom>
          <a:solidFill>
            <a:srgbClr val="1A1B4B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553194" y="5308745"/>
            <a:ext cx="21785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/ 30</a:t>
            </a:r>
            <a:endParaRPr lang="en-US" sz="1500" dirty="0"/>
          </a:p>
        </p:txBody>
      </p:sp>
      <p:sp>
        <p:nvSpPr>
          <p:cNvPr id="181" name="Shape 179"/>
          <p:cNvSpPr/>
          <p:nvPr/>
        </p:nvSpPr>
        <p:spPr>
          <a:xfrm>
            <a:off x="457200" y="6172200"/>
            <a:ext cx="11274552" cy="475488"/>
          </a:xfrm>
          <a:prstGeom prst="rect">
            <a:avLst/>
          </a:prstGeom>
          <a:solidFill>
            <a:srgbClr val="1A1B4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40080" y="617220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Recomendacion: "Dark Premium" para uso nocturno intenso; "Light &amp; Clean" si predomina el uso diurno.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2026-05-27T00:01:46Z</dcterms:created>
  <dcterms:modified xsi:type="dcterms:W3CDTF">2026-05-27T00:01:46Z</dcterms:modified>
</cp:coreProperties>
</file>