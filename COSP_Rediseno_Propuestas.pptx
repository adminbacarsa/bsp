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9464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0088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08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3832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34456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75704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6328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6952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7576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78824" y="4572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7592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28216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9464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0088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0712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31336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2584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3208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3832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34456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75704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96328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6952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37576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58200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78824" y="49377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6968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07592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28216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48840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9464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90088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10712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31336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1960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72584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93208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13832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34456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55080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75704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96328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16952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37576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58200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78824" y="94183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6968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07592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28216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48840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9464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90088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10712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31336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1960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72584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93208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13832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934456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55080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75704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96328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16952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37576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58200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878824" y="138988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6344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6968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07592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28216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48840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569464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90088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10712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31336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51960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72584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93208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513832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34456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55080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75704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96328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16952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037576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58200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78824" y="183794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20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86968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307592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28216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48840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569464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90088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10712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831336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51960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72584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93208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13832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34456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355080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75704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196328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616952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37576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58200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78824" y="228600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5720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6344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86968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07592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728216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148840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69464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90088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410712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831336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51960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672584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093208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513832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34456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55080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775704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96328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16952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37576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458200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878824" y="273405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720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66344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6968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307592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728216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148840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569464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990088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410712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31336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51960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672584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093208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13832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934456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55080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775704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96328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16952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37576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58200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78824" y="3182112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5720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66344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86968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307592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728216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148840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569464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990088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10712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831336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251960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672584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093208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513832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934456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355080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775704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96328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16952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037576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458200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878824" y="3630168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5720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66344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86968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307592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728216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148840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569464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990088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410712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831336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251960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672584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093208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513832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934456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355080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775704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196328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616952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037576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458200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878824" y="4078224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5720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66344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86968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307592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728216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148840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569464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990088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410712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831336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251960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672584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093208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513832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934456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355080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775704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196328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616952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037576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458200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878824" y="4526280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5720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66344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86968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307592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728216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148840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569464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990088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410712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831336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251960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672584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093208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513832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5934456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355080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775704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196328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616952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037576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458200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878824" y="4974336"/>
            <a:ext cx="32004" cy="32004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7C3AED">
              <a:alpha val="13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EA5E9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502920" y="1417320"/>
            <a:ext cx="45720" cy="228600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9" name="Text 267"/>
          <p:cNvSpPr/>
          <p:nvPr/>
        </p:nvSpPr>
        <p:spPr>
          <a:xfrm>
            <a:off x="685800" y="135331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7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COSP V1.0</a:t>
            </a:r>
            <a:endParaRPr lang="en-US" sz="900" dirty="0"/>
          </a:p>
        </p:txBody>
      </p:sp>
      <p:sp>
        <p:nvSpPr>
          <p:cNvPr id="270" name="Text 268"/>
          <p:cNvSpPr/>
          <p:nvPr/>
        </p:nvSpPr>
        <p:spPr>
          <a:xfrm>
            <a:off x="685800" y="1682496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</a:t>
            </a:r>
            <a:pPr indent="0" marL="0">
              <a:buNone/>
            </a:pPr>
            <a:r>
              <a:rPr lang="en-US" sz="5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</a:t>
            </a:r>
            <a:pPr indent="0" marL="0">
              <a:buNone/>
            </a:pP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Plataforma</a:t>
            </a:r>
            <a:endParaRPr lang="en-US" sz="5400" dirty="0"/>
          </a:p>
        </p:txBody>
      </p:sp>
      <p:sp>
        <p:nvSpPr>
          <p:cNvPr id="271" name="Text 269"/>
          <p:cNvSpPr/>
          <p:nvPr/>
        </p:nvSpPr>
        <p:spPr>
          <a:xfrm>
            <a:off x="685800" y="35661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propuestas de diseño para evaluar</a:t>
            </a:r>
            <a:endParaRPr lang="en-US" sz="1400" dirty="0"/>
          </a:p>
        </p:txBody>
      </p:sp>
      <p:sp>
        <p:nvSpPr>
          <p:cNvPr id="272" name="Shape 270"/>
          <p:cNvSpPr/>
          <p:nvPr/>
        </p:nvSpPr>
        <p:spPr>
          <a:xfrm>
            <a:off x="7132320" y="2377440"/>
            <a:ext cx="804672" cy="749808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3" name="Shape 271"/>
          <p:cNvSpPr/>
          <p:nvPr/>
        </p:nvSpPr>
        <p:spPr>
          <a:xfrm>
            <a:off x="7132320" y="2377440"/>
            <a:ext cx="146304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7278624" y="2377440"/>
            <a:ext cx="658368" cy="109728"/>
          </a:xfrm>
          <a:prstGeom prst="rect">
            <a:avLst/>
          </a:prstGeom>
          <a:solidFill>
            <a:srgbClr val="161B22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7132320" y="2377440"/>
            <a:ext cx="36576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7132320" y="31546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Premium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8092440" y="2377440"/>
            <a:ext cx="804672" cy="749808"/>
          </a:xfrm>
          <a:prstGeom prst="rect">
            <a:avLst/>
          </a:prstGeom>
          <a:solidFill>
            <a:srgbClr val="F8FAFC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8" name="Shape 276"/>
          <p:cNvSpPr/>
          <p:nvPr/>
        </p:nvSpPr>
        <p:spPr>
          <a:xfrm>
            <a:off x="8092440" y="2377440"/>
            <a:ext cx="14630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8238744" y="2377440"/>
            <a:ext cx="658368" cy="109728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8092440" y="2377440"/>
            <a:ext cx="36576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1" name="Text 279"/>
          <p:cNvSpPr/>
          <p:nvPr/>
        </p:nvSpPr>
        <p:spPr>
          <a:xfrm>
            <a:off x="8092440" y="315468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Clean</a:t>
            </a:r>
            <a:endParaRPr lang="en-US" sz="650" dirty="0"/>
          </a:p>
        </p:txBody>
      </p:sp>
      <p:sp>
        <p:nvSpPr>
          <p:cNvPr id="282" name="Shape 280"/>
          <p:cNvSpPr/>
          <p:nvPr/>
        </p:nvSpPr>
        <p:spPr>
          <a:xfrm>
            <a:off x="7132320" y="3429000"/>
            <a:ext cx="804672" cy="749808"/>
          </a:xfrm>
          <a:prstGeom prst="rect">
            <a:avLst/>
          </a:prstGeom>
          <a:solidFill>
            <a:srgbClr val="0F172A"/>
          </a:solidFill>
          <a:ln w="19050">
            <a:solidFill>
              <a:srgbClr val="06B6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3" name="Shape 281"/>
          <p:cNvSpPr/>
          <p:nvPr/>
        </p:nvSpPr>
        <p:spPr>
          <a:xfrm>
            <a:off x="7132320" y="3429000"/>
            <a:ext cx="146304" cy="749808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7278624" y="3429000"/>
            <a:ext cx="658368" cy="109728"/>
          </a:xfrm>
          <a:prstGeom prst="rect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7132320" y="3429000"/>
            <a:ext cx="36576" cy="74980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7132320" y="42062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650" dirty="0"/>
          </a:p>
        </p:txBody>
      </p:sp>
      <p:sp>
        <p:nvSpPr>
          <p:cNvPr id="287" name="Shape 285"/>
          <p:cNvSpPr/>
          <p:nvPr/>
        </p:nvSpPr>
        <p:spPr>
          <a:xfrm>
            <a:off x="8092440" y="3429000"/>
            <a:ext cx="804672" cy="749808"/>
          </a:xfrm>
          <a:prstGeom prst="rect">
            <a:avLst/>
          </a:prstGeom>
          <a:solidFill>
            <a:srgbClr val="FAFAFA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88" name="Shape 286"/>
          <p:cNvSpPr/>
          <p:nvPr/>
        </p:nvSpPr>
        <p:spPr>
          <a:xfrm>
            <a:off x="8092440" y="3429000"/>
            <a:ext cx="146304" cy="749808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238744" y="3429000"/>
            <a:ext cx="658368" cy="109728"/>
          </a:xfrm>
          <a:prstGeom prst="rect">
            <a:avLst/>
          </a:prstGeom>
          <a:solidFill>
            <a:srgbClr val="1E1B4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8092440" y="3429000"/>
            <a:ext cx="36576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8092440" y="42062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&amp; Colorful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20040"/>
            <a:ext cx="4343400" cy="4498848"/>
          </a:xfrm>
          <a:prstGeom prst="rect">
            <a:avLst/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56032" y="320040"/>
            <a:ext cx="912114" cy="4498848"/>
          </a:xfrm>
          <a:prstGeom prst="rect">
            <a:avLst/>
          </a:prstGeom>
          <a:solidFill>
            <a:srgbClr val="161B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320040"/>
            <a:ext cx="32004" cy="4498848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6697" y="574609"/>
            <a:ext cx="170956" cy="170956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5604" y="619597"/>
            <a:ext cx="383088" cy="80979"/>
          </a:xfrm>
          <a:prstGeom prst="rect">
            <a:avLst/>
          </a:prstGeom>
          <a:solidFill>
            <a:srgbClr val="4B5563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" y="1091976"/>
            <a:ext cx="880110" cy="449885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697" y="1181953"/>
            <a:ext cx="170956" cy="17095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5604" y="1226942"/>
            <a:ext cx="383088" cy="80979"/>
          </a:xfrm>
          <a:prstGeom prst="rect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697" y="1789298"/>
            <a:ext cx="170956" cy="170956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5604" y="1834286"/>
            <a:ext cx="383088" cy="80979"/>
          </a:xfrm>
          <a:prstGeom prst="rect">
            <a:avLst/>
          </a:prstGeom>
          <a:solidFill>
            <a:srgbClr val="4B5563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697" y="2396642"/>
            <a:ext cx="170956" cy="170956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5604" y="2441631"/>
            <a:ext cx="383088" cy="80979"/>
          </a:xfrm>
          <a:prstGeom prst="rect">
            <a:avLst/>
          </a:prstGeom>
          <a:solidFill>
            <a:srgbClr val="4B5563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697" y="3003987"/>
            <a:ext cx="170956" cy="170956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5604" y="3048975"/>
            <a:ext cx="383088" cy="80979"/>
          </a:xfrm>
          <a:prstGeom prst="rect">
            <a:avLst/>
          </a:prstGeom>
          <a:solidFill>
            <a:srgbClr val="4B5563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97" y="3611331"/>
            <a:ext cx="170956" cy="170956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604" y="3656320"/>
            <a:ext cx="383088" cy="80979"/>
          </a:xfrm>
          <a:prstGeom prst="rect">
            <a:avLst/>
          </a:prstGeom>
          <a:solidFill>
            <a:srgbClr val="4B5563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8146" y="320040"/>
            <a:ext cx="3431286" cy="494873"/>
          </a:xfrm>
          <a:prstGeom prst="rect">
            <a:avLst/>
          </a:prstGeom>
          <a:solidFill>
            <a:srgbClr val="0D1117"/>
          </a:solidFill>
          <a:ln w="6350">
            <a:solidFill>
              <a:srgbClr val="4B5563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7874" y="478399"/>
            <a:ext cx="781812" cy="98975"/>
          </a:xfrm>
          <a:prstGeom prst="rect">
            <a:avLst/>
          </a:prstGeom>
          <a:solidFill>
            <a:srgbClr val="F0F6FC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428912"/>
            <a:ext cx="329184" cy="292425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9586" y="1084844"/>
            <a:ext cx="991362" cy="944758"/>
          </a:xfrm>
          <a:prstGeom prst="rect">
            <a:avLst/>
          </a:prstGeom>
          <a:solidFill>
            <a:srgbClr val="1C2128"/>
          </a:solidFill>
          <a:ln w="6350">
            <a:solidFill>
              <a:srgbClr val="4B5563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59586" y="1084844"/>
            <a:ext cx="991362" cy="25603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594" y="1157996"/>
            <a:ext cx="545249" cy="247437"/>
          </a:xfrm>
          <a:prstGeom prst="rect">
            <a:avLst/>
          </a:prstGeom>
          <a:solidFill>
            <a:srgbClr val="F0F6FC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594" y="1938162"/>
            <a:ext cx="644385" cy="80979"/>
          </a:xfrm>
          <a:prstGeom prst="rect">
            <a:avLst/>
          </a:prstGeom>
          <a:solidFill>
            <a:srgbClr val="4B5563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5812" y="1084844"/>
            <a:ext cx="991362" cy="944758"/>
          </a:xfrm>
          <a:prstGeom prst="rect">
            <a:avLst/>
          </a:prstGeom>
          <a:solidFill>
            <a:srgbClr val="1C2128"/>
          </a:solidFill>
          <a:ln w="6350">
            <a:solidFill>
              <a:srgbClr val="4B5563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05812" y="1084844"/>
            <a:ext cx="991362" cy="25603"/>
          </a:xfrm>
          <a:prstGeom prst="rect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69820" y="1157996"/>
            <a:ext cx="545249" cy="247437"/>
          </a:xfrm>
          <a:prstGeom prst="rect">
            <a:avLst/>
          </a:prstGeom>
          <a:solidFill>
            <a:srgbClr val="F0F6FC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9820" y="1938162"/>
            <a:ext cx="644385" cy="80979"/>
          </a:xfrm>
          <a:prstGeom prst="rect">
            <a:avLst/>
          </a:prstGeom>
          <a:solidFill>
            <a:srgbClr val="4B5563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2038" y="1084844"/>
            <a:ext cx="991362" cy="944758"/>
          </a:xfrm>
          <a:prstGeom prst="rect">
            <a:avLst/>
          </a:prstGeom>
          <a:solidFill>
            <a:srgbClr val="1C2128"/>
          </a:solidFill>
          <a:ln w="6350">
            <a:solidFill>
              <a:srgbClr val="4B5563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2038" y="1084844"/>
            <a:ext cx="991362" cy="25603"/>
          </a:xfrm>
          <a:prstGeom prst="rect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6046" y="1157996"/>
            <a:ext cx="545249" cy="247437"/>
          </a:xfrm>
          <a:prstGeom prst="rect">
            <a:avLst/>
          </a:prstGeom>
          <a:solidFill>
            <a:srgbClr val="F0F6FC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6046" y="1938162"/>
            <a:ext cx="644385" cy="80979"/>
          </a:xfrm>
          <a:prstGeom prst="rect">
            <a:avLst/>
          </a:prstGeom>
          <a:solidFill>
            <a:srgbClr val="4B5563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9586" y="2232050"/>
            <a:ext cx="2015406" cy="2495398"/>
          </a:xfrm>
          <a:prstGeom prst="rect">
            <a:avLst/>
          </a:prstGeom>
          <a:solidFill>
            <a:srgbClr val="1C2128"/>
          </a:solidFill>
          <a:ln w="6350">
            <a:solidFill>
              <a:srgbClr val="4B5563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32738" y="2296058"/>
            <a:ext cx="50292" cy="50292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24178" y="2307031"/>
            <a:ext cx="1209244" cy="80979"/>
          </a:xfrm>
          <a:prstGeom prst="rect">
            <a:avLst/>
          </a:prstGeom>
          <a:solidFill>
            <a:srgbClr val="F0F6FC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82384" y="2300630"/>
            <a:ext cx="128016" cy="3657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32738" y="2850591"/>
            <a:ext cx="50292" cy="50292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4178" y="2861564"/>
            <a:ext cx="1209244" cy="80979"/>
          </a:xfrm>
          <a:prstGeom prst="rect">
            <a:avLst/>
          </a:prstGeom>
          <a:solidFill>
            <a:srgbClr val="F0F6FC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82384" y="2855163"/>
            <a:ext cx="128016" cy="36576"/>
          </a:xfrm>
          <a:prstGeom prst="rect">
            <a:avLst/>
          </a:prstGeom>
          <a:solidFill>
            <a:srgbClr val="4B5563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2738" y="3405124"/>
            <a:ext cx="50292" cy="50292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4178" y="3416097"/>
            <a:ext cx="1209244" cy="80979"/>
          </a:xfrm>
          <a:prstGeom prst="rect">
            <a:avLst/>
          </a:prstGeom>
          <a:solidFill>
            <a:srgbClr val="F0F6FC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82384" y="3409696"/>
            <a:ext cx="128016" cy="3657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2738" y="3959657"/>
            <a:ext cx="50292" cy="50292"/>
          </a:xfrm>
          <a:prstGeom prst="ellipse">
            <a:avLst/>
          </a:prstGeom>
          <a:solidFill>
            <a:srgbClr val="4B5563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178" y="3970630"/>
            <a:ext cx="1209244" cy="80979"/>
          </a:xfrm>
          <a:prstGeom prst="rect">
            <a:avLst/>
          </a:prstGeom>
          <a:solidFill>
            <a:srgbClr val="F0F6FC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82384" y="3964229"/>
            <a:ext cx="128016" cy="36576"/>
          </a:xfrm>
          <a:prstGeom prst="rect">
            <a:avLst/>
          </a:prstGeom>
          <a:solidFill>
            <a:srgbClr val="4B5563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6432" y="2232050"/>
            <a:ext cx="1141560" cy="2495398"/>
          </a:xfrm>
          <a:prstGeom prst="rect">
            <a:avLst/>
          </a:prstGeom>
          <a:solidFill>
            <a:srgbClr val="1C2128"/>
          </a:solidFill>
          <a:ln w="6350">
            <a:solidFill>
              <a:srgbClr val="4B5563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39584" y="3814740"/>
            <a:ext cx="64008" cy="802980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1764" y="3241182"/>
            <a:ext cx="64008" cy="1376538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3943" y="3470605"/>
            <a:ext cx="64008" cy="1147115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66122" y="2552913"/>
            <a:ext cx="64008" cy="2064807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8302" y="2965875"/>
            <a:ext cx="64008" cy="1651845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50481" y="3355894"/>
            <a:ext cx="64008" cy="1261826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2661" y="2782336"/>
            <a:ext cx="64008" cy="1835384"/>
          </a:xfrm>
          <a:prstGeom prst="rect">
            <a:avLst/>
          </a:prstGeom>
          <a:solidFill>
            <a:srgbClr val="7C3AED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6048" y="256032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56048" y="25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68112" y="274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PREMIUM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468112" y="6217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Oscuro, denso y de alto contraste — estilo SaaS moderno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56048" y="950976"/>
            <a:ext cx="3950208" cy="16459"/>
          </a:xfrm>
          <a:prstGeom prst="rect">
            <a:avLst/>
          </a:prstGeom>
          <a:solidFill>
            <a:srgbClr val="7C3AED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1024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56048" y="1234440"/>
            <a:ext cx="658368" cy="347472"/>
          </a:xfrm>
          <a:prstGeom prst="rect">
            <a:avLst/>
          </a:prstGeom>
          <a:solidFill>
            <a:srgbClr val="060C1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751576" y="1234440"/>
            <a:ext cx="658368" cy="347472"/>
          </a:xfrm>
          <a:prstGeom prst="rect">
            <a:avLst/>
          </a:prstGeom>
          <a:solidFill>
            <a:srgbClr val="0D111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547104" y="1234440"/>
            <a:ext cx="658368" cy="347472"/>
          </a:xfrm>
          <a:prstGeom prst="rect">
            <a:avLst/>
          </a:prstGeom>
          <a:solidFill>
            <a:srgbClr val="161B2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47104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42632" y="1234440"/>
            <a:ext cx="658368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138160" y="1234440"/>
            <a:ext cx="658368" cy="347472"/>
          </a:xfrm>
          <a:prstGeom prst="rect">
            <a:avLst/>
          </a:prstGeom>
          <a:solidFill>
            <a:srgbClr val="A78B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2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956048" y="1837944"/>
            <a:ext cx="3950208" cy="16459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6048" y="1920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956048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— Calibri / Inter</a:t>
            </a:r>
            <a:endParaRPr lang="en-US" sz="1900" dirty="0"/>
          </a:p>
        </p:txBody>
      </p:sp>
      <p:sp>
        <p:nvSpPr>
          <p:cNvPr id="73" name="Text 71"/>
          <p:cNvSpPr/>
          <p:nvPr/>
        </p:nvSpPr>
        <p:spPr>
          <a:xfrm>
            <a:off x="4956048" y="2468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Limpio, geométrico, alta legibilidad en oscuro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56048" y="2761488"/>
            <a:ext cx="3950208" cy="16459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56048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956048" y="310896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38928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total en datos — el contenido destaca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956048" y="338328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38928" y="33375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 visual mínima en sesiones largas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56048" y="365760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38928" y="3611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profesional tipo Linear / Vercel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956048" y="3931920"/>
            <a:ext cx="118872" cy="1188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38928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operadores en pantalla todo el día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20040"/>
            <a:ext cx="4343400" cy="4498848"/>
          </a:xfrm>
          <a:prstGeom prst="rect">
            <a:avLst/>
          </a:prstGeom>
          <a:solidFill>
            <a:srgbClr val="F8FAF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56032" y="320040"/>
            <a:ext cx="912114" cy="44988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320040"/>
            <a:ext cx="32004" cy="449884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6697" y="574609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5604" y="619597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" y="1091976"/>
            <a:ext cx="880110" cy="449885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697" y="1181953"/>
            <a:ext cx="170956" cy="17095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5604" y="1226942"/>
            <a:ext cx="383088" cy="80979"/>
          </a:xfrm>
          <a:prstGeom prst="rect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697" y="1789298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5604" y="1834286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697" y="2396642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5604" y="2441631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697" y="3003987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5604" y="3048975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97" y="3611331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604" y="3656320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8146" y="320040"/>
            <a:ext cx="3431286" cy="494873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7874" y="478399"/>
            <a:ext cx="781812" cy="98975"/>
          </a:xfrm>
          <a:prstGeom prst="rect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428912"/>
            <a:ext cx="329184" cy="292425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9586" y="1084844"/>
            <a:ext cx="991362" cy="94475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59586" y="1084844"/>
            <a:ext cx="991362" cy="25603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594" y="1157996"/>
            <a:ext cx="545249" cy="247437"/>
          </a:xfrm>
          <a:prstGeom prst="rect">
            <a:avLst/>
          </a:prstGeom>
          <a:solidFill>
            <a:srgbClr val="1E293B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594" y="1938162"/>
            <a:ext cx="644385" cy="80979"/>
          </a:xfrm>
          <a:prstGeom prst="rect">
            <a:avLst/>
          </a:prstGeom>
          <a:solidFill>
            <a:srgbClr val="94A3B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5812" y="1084844"/>
            <a:ext cx="991362" cy="94475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05812" y="1084844"/>
            <a:ext cx="991362" cy="25603"/>
          </a:xfrm>
          <a:prstGeom prst="rect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69820" y="1157996"/>
            <a:ext cx="545249" cy="247437"/>
          </a:xfrm>
          <a:prstGeom prst="rect">
            <a:avLst/>
          </a:prstGeom>
          <a:solidFill>
            <a:srgbClr val="1E293B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9820" y="1938162"/>
            <a:ext cx="644385" cy="80979"/>
          </a:xfrm>
          <a:prstGeom prst="rect">
            <a:avLst/>
          </a:prstGeom>
          <a:solidFill>
            <a:srgbClr val="94A3B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2038" y="1084844"/>
            <a:ext cx="991362" cy="94475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2038" y="1084844"/>
            <a:ext cx="991362" cy="25603"/>
          </a:xfrm>
          <a:prstGeom prst="rect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6046" y="1157996"/>
            <a:ext cx="545249" cy="247437"/>
          </a:xfrm>
          <a:prstGeom prst="rect">
            <a:avLst/>
          </a:prstGeom>
          <a:solidFill>
            <a:srgbClr val="1E293B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6046" y="1938162"/>
            <a:ext cx="644385" cy="80979"/>
          </a:xfrm>
          <a:prstGeom prst="rect">
            <a:avLst/>
          </a:prstGeom>
          <a:solidFill>
            <a:srgbClr val="94A3B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9586" y="2232050"/>
            <a:ext cx="2015406" cy="249539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32738" y="2296058"/>
            <a:ext cx="50292" cy="50292"/>
          </a:xfrm>
          <a:prstGeom prst="ellipse">
            <a:avLst/>
          </a:prstGeom>
          <a:solidFill>
            <a:srgbClr val="2563E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24178" y="2307031"/>
            <a:ext cx="1209244" cy="80979"/>
          </a:xfrm>
          <a:prstGeom prst="rect">
            <a:avLst/>
          </a:prstGeom>
          <a:solidFill>
            <a:srgbClr val="1E293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82384" y="2300630"/>
            <a:ext cx="128016" cy="36576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32738" y="2850591"/>
            <a:ext cx="50292" cy="50292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4178" y="2861564"/>
            <a:ext cx="1209244" cy="80979"/>
          </a:xfrm>
          <a:prstGeom prst="rect">
            <a:avLst/>
          </a:prstGeom>
          <a:solidFill>
            <a:srgbClr val="1E293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82384" y="2855163"/>
            <a:ext cx="128016" cy="36576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2738" y="3405124"/>
            <a:ext cx="50292" cy="50292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4178" y="3416097"/>
            <a:ext cx="1209244" cy="80979"/>
          </a:xfrm>
          <a:prstGeom prst="rect">
            <a:avLst/>
          </a:prstGeom>
          <a:solidFill>
            <a:srgbClr val="1E293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82384" y="3409696"/>
            <a:ext cx="128016" cy="36576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2738" y="3959657"/>
            <a:ext cx="50292" cy="50292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178" y="3970630"/>
            <a:ext cx="1209244" cy="80979"/>
          </a:xfrm>
          <a:prstGeom prst="rect">
            <a:avLst/>
          </a:prstGeom>
          <a:solidFill>
            <a:srgbClr val="1E293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82384" y="3964229"/>
            <a:ext cx="128016" cy="36576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6432" y="2232050"/>
            <a:ext cx="1141560" cy="249539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39584" y="3814740"/>
            <a:ext cx="64008" cy="802980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1764" y="3241182"/>
            <a:ext cx="64008" cy="1376538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3943" y="3470605"/>
            <a:ext cx="64008" cy="1147115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66122" y="2552913"/>
            <a:ext cx="64008" cy="2064807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8302" y="2965875"/>
            <a:ext cx="64008" cy="1651845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50481" y="3355894"/>
            <a:ext cx="64008" cy="1261826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2661" y="2782336"/>
            <a:ext cx="64008" cy="1835384"/>
          </a:xfrm>
          <a:prstGeom prst="rect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6048" y="25603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56048" y="25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68112" y="274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CLEAN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468112" y="6217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Blanco, tipografía fuerte — corporativo y accesible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56048" y="950976"/>
            <a:ext cx="3950208" cy="16459"/>
          </a:xfrm>
          <a:prstGeom prst="rect">
            <a:avLst/>
          </a:prstGeom>
          <a:solidFill>
            <a:srgbClr val="2563EB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1024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56048" y="1234440"/>
            <a:ext cx="658368" cy="347472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751576" y="1234440"/>
            <a:ext cx="6583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547104" y="1234440"/>
            <a:ext cx="658368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47104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42632" y="1234440"/>
            <a:ext cx="658368" cy="347472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138160" y="1234440"/>
            <a:ext cx="658368" cy="347472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2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956048" y="1837944"/>
            <a:ext cx="3950208" cy="16459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6048" y="1920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956048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— Calibri / Segoe UI</a:t>
            </a:r>
            <a:endParaRPr lang="en-US" sz="1900" dirty="0"/>
          </a:p>
        </p:txBody>
      </p:sp>
      <p:sp>
        <p:nvSpPr>
          <p:cNvPr id="73" name="Text 71"/>
          <p:cNvSpPr/>
          <p:nvPr/>
        </p:nvSpPr>
        <p:spPr>
          <a:xfrm>
            <a:off x="4956048" y="2468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Sólido, institucional, máxima legibilidad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56048" y="2761488"/>
            <a:ext cx="3950208" cy="16459"/>
          </a:xfrm>
          <a:prstGeom prst="rect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56048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956048" y="310896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38928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y adoptable sin curva de aprendizaje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956048" y="338328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38928" y="33375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 en proyectores y reuniones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56048" y="365760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38928" y="3611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 bien — capturas y reportes prolijos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956048" y="3931920"/>
            <a:ext cx="118872" cy="1188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38928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confiable para gestión empresarial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20040"/>
            <a:ext cx="4343400" cy="4498848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56032" y="320040"/>
            <a:ext cx="912114" cy="4498848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320040"/>
            <a:ext cx="32004" cy="449884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6697" y="574609"/>
            <a:ext cx="170956" cy="170956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5604" y="619597"/>
            <a:ext cx="383088" cy="80979"/>
          </a:xfrm>
          <a:prstGeom prst="rect">
            <a:avLst/>
          </a:prstGeom>
          <a:solidFill>
            <a:srgbClr val="334155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" y="1091976"/>
            <a:ext cx="880110" cy="449885"/>
          </a:xfrm>
          <a:prstGeom prst="rect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697" y="1181953"/>
            <a:ext cx="170956" cy="17095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5604" y="1226942"/>
            <a:ext cx="383088" cy="80979"/>
          </a:xfrm>
          <a:prstGeom prst="rect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697" y="1789298"/>
            <a:ext cx="170956" cy="170956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5604" y="1834286"/>
            <a:ext cx="383088" cy="80979"/>
          </a:xfrm>
          <a:prstGeom prst="rect">
            <a:avLst/>
          </a:prstGeom>
          <a:solidFill>
            <a:srgbClr val="334155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697" y="2396642"/>
            <a:ext cx="170956" cy="170956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5604" y="2441631"/>
            <a:ext cx="383088" cy="80979"/>
          </a:xfrm>
          <a:prstGeom prst="rect">
            <a:avLst/>
          </a:prstGeom>
          <a:solidFill>
            <a:srgbClr val="334155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697" y="3003987"/>
            <a:ext cx="170956" cy="170956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5604" y="3048975"/>
            <a:ext cx="383088" cy="80979"/>
          </a:xfrm>
          <a:prstGeom prst="rect">
            <a:avLst/>
          </a:prstGeom>
          <a:solidFill>
            <a:srgbClr val="334155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97" y="3611331"/>
            <a:ext cx="170956" cy="170956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604" y="3656320"/>
            <a:ext cx="383088" cy="80979"/>
          </a:xfrm>
          <a:prstGeom prst="rect">
            <a:avLst/>
          </a:prstGeom>
          <a:solidFill>
            <a:srgbClr val="334155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8146" y="320040"/>
            <a:ext cx="3431286" cy="494873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7874" y="478399"/>
            <a:ext cx="781812" cy="98975"/>
          </a:xfrm>
          <a:prstGeom prst="rect">
            <a:avLst/>
          </a:prstGeom>
          <a:solidFill>
            <a:srgbClr val="E0F2FE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428912"/>
            <a:ext cx="329184" cy="292425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9586" y="1084844"/>
            <a:ext cx="991362" cy="94475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59586" y="1084844"/>
            <a:ext cx="991362" cy="25603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594" y="1157996"/>
            <a:ext cx="545249" cy="247437"/>
          </a:xfrm>
          <a:prstGeom prst="rect">
            <a:avLst/>
          </a:prstGeom>
          <a:solidFill>
            <a:srgbClr val="E0F2FE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594" y="1938162"/>
            <a:ext cx="644385" cy="80979"/>
          </a:xfrm>
          <a:prstGeom prst="rect">
            <a:avLst/>
          </a:prstGeom>
          <a:solidFill>
            <a:srgbClr val="334155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5812" y="1084844"/>
            <a:ext cx="991362" cy="94475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05812" y="1084844"/>
            <a:ext cx="991362" cy="25603"/>
          </a:xfrm>
          <a:prstGeom prst="rect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69820" y="1157996"/>
            <a:ext cx="545249" cy="247437"/>
          </a:xfrm>
          <a:prstGeom prst="rect">
            <a:avLst/>
          </a:prstGeom>
          <a:solidFill>
            <a:srgbClr val="E0F2FE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9820" y="1938162"/>
            <a:ext cx="644385" cy="80979"/>
          </a:xfrm>
          <a:prstGeom prst="rect">
            <a:avLst/>
          </a:prstGeom>
          <a:solidFill>
            <a:srgbClr val="334155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2038" y="1084844"/>
            <a:ext cx="991362" cy="94475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2038" y="1084844"/>
            <a:ext cx="991362" cy="25603"/>
          </a:xfrm>
          <a:prstGeom prst="rect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6046" y="1157996"/>
            <a:ext cx="545249" cy="247437"/>
          </a:xfrm>
          <a:prstGeom prst="rect">
            <a:avLst/>
          </a:prstGeom>
          <a:solidFill>
            <a:srgbClr val="E0F2FE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6046" y="1938162"/>
            <a:ext cx="644385" cy="80979"/>
          </a:xfrm>
          <a:prstGeom prst="rect">
            <a:avLst/>
          </a:prstGeom>
          <a:solidFill>
            <a:srgbClr val="334155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9586" y="2232050"/>
            <a:ext cx="2015406" cy="249539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32738" y="2296058"/>
            <a:ext cx="50292" cy="50292"/>
          </a:xfrm>
          <a:prstGeom prst="ellipse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24178" y="2307031"/>
            <a:ext cx="1209244" cy="80979"/>
          </a:xfrm>
          <a:prstGeom prst="rect">
            <a:avLst/>
          </a:prstGeom>
          <a:solidFill>
            <a:srgbClr val="E0F2FE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82384" y="2300630"/>
            <a:ext cx="128016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32738" y="2850591"/>
            <a:ext cx="50292" cy="50292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4178" y="2861564"/>
            <a:ext cx="1209244" cy="80979"/>
          </a:xfrm>
          <a:prstGeom prst="rect">
            <a:avLst/>
          </a:prstGeom>
          <a:solidFill>
            <a:srgbClr val="E0F2FE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82384" y="2855163"/>
            <a:ext cx="128016" cy="36576"/>
          </a:xfrm>
          <a:prstGeom prst="rect">
            <a:avLst/>
          </a:prstGeom>
          <a:solidFill>
            <a:srgbClr val="334155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2738" y="3405124"/>
            <a:ext cx="50292" cy="50292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4178" y="3416097"/>
            <a:ext cx="1209244" cy="80979"/>
          </a:xfrm>
          <a:prstGeom prst="rect">
            <a:avLst/>
          </a:prstGeom>
          <a:solidFill>
            <a:srgbClr val="E0F2FE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82384" y="3409696"/>
            <a:ext cx="128016" cy="3657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2738" y="3959657"/>
            <a:ext cx="50292" cy="50292"/>
          </a:xfrm>
          <a:prstGeom prst="ellipse">
            <a:avLst/>
          </a:prstGeom>
          <a:solidFill>
            <a:srgbClr val="334155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178" y="3970630"/>
            <a:ext cx="1209244" cy="80979"/>
          </a:xfrm>
          <a:prstGeom prst="rect">
            <a:avLst/>
          </a:prstGeom>
          <a:solidFill>
            <a:srgbClr val="E0F2FE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82384" y="3964229"/>
            <a:ext cx="128016" cy="36576"/>
          </a:xfrm>
          <a:prstGeom prst="rect">
            <a:avLst/>
          </a:prstGeom>
          <a:solidFill>
            <a:srgbClr val="334155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6432" y="2232050"/>
            <a:ext cx="1141560" cy="249539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39584" y="3814740"/>
            <a:ext cx="64008" cy="80298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1764" y="3241182"/>
            <a:ext cx="64008" cy="1376538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3943" y="3470605"/>
            <a:ext cx="64008" cy="1147115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66122" y="2552913"/>
            <a:ext cx="64008" cy="2064807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8302" y="2965875"/>
            <a:ext cx="64008" cy="1651845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50481" y="3355894"/>
            <a:ext cx="64008" cy="1261826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2661" y="2782336"/>
            <a:ext cx="64008" cy="1835384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6048" y="256032"/>
            <a:ext cx="402336" cy="40233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56048" y="25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68112" y="274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468112" y="6217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translúcidas sobre fondo profundo — elegante y moderno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56048" y="950976"/>
            <a:ext cx="3950208" cy="16459"/>
          </a:xfrm>
          <a:prstGeom prst="rect">
            <a:avLst/>
          </a:prstGeom>
          <a:solidFill>
            <a:srgbClr val="06B6D4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1024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56048" y="1234440"/>
            <a:ext cx="658368" cy="347472"/>
          </a:xfrm>
          <a:prstGeom prst="rect">
            <a:avLst/>
          </a:prstGeom>
          <a:solidFill>
            <a:srgbClr val="0F172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751576" y="1234440"/>
            <a:ext cx="658368" cy="347472"/>
          </a:xfrm>
          <a:prstGeom prst="rect">
            <a:avLst/>
          </a:prstGeom>
          <a:solidFill>
            <a:srgbClr val="1E293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547104" y="1234440"/>
            <a:ext cx="658368" cy="347472"/>
          </a:xfrm>
          <a:prstGeom prst="rect">
            <a:avLst/>
          </a:prstGeom>
          <a:solidFill>
            <a:srgbClr val="1E1B4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47104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42632" y="1234440"/>
            <a:ext cx="658368" cy="347472"/>
          </a:xfrm>
          <a:prstGeom prst="rect">
            <a:avLst/>
          </a:prstGeom>
          <a:solidFill>
            <a:srgbClr val="06B6D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138160" y="1234440"/>
            <a:ext cx="658368" cy="347472"/>
          </a:xfrm>
          <a:prstGeom prst="rect">
            <a:avLst/>
          </a:prstGeom>
          <a:solidFill>
            <a:srgbClr val="0EA5E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2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956048" y="1837944"/>
            <a:ext cx="3950208" cy="16459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6048" y="1920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956048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— Calibri Light / Thin</a:t>
            </a:r>
            <a:endParaRPr lang="en-US" sz="1900" dirty="0"/>
          </a:p>
        </p:txBody>
      </p:sp>
      <p:sp>
        <p:nvSpPr>
          <p:cNvPr id="73" name="Text 71"/>
          <p:cNvSpPr/>
          <p:nvPr/>
        </p:nvSpPr>
        <p:spPr>
          <a:xfrm>
            <a:off x="4956048" y="2468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Delgado y elegante, destaca en fondos oscuros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56048" y="2761488"/>
            <a:ext cx="3950208" cy="16459"/>
          </a:xfrm>
          <a:prstGeom prst="rect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56048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956048" y="310896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38928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premium — diferencia la plataforma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956048" y="338328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38928" y="33375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sobre azul profundo: energía y tecnología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56048" y="365760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38928" y="3611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Tarjetas con efecto cristal generan jerarquía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956048" y="3931920"/>
            <a:ext cx="118872" cy="11887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38928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impresión en demos y onboarding clientes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320040"/>
            <a:ext cx="4343400" cy="4498848"/>
          </a:xfrm>
          <a:prstGeom prst="rect">
            <a:avLst/>
          </a:prstGeom>
          <a:solidFill>
            <a:srgbClr val="FAFAF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256032" y="320040"/>
            <a:ext cx="912114" cy="4498848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" y="320040"/>
            <a:ext cx="32004" cy="44988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6697" y="574609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5604" y="619597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" y="1091976"/>
            <a:ext cx="880110" cy="449885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6697" y="1181953"/>
            <a:ext cx="170956" cy="1709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5604" y="1226942"/>
            <a:ext cx="383088" cy="80979"/>
          </a:xfrm>
          <a:prstGeom prst="rect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6697" y="1789298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5604" y="1834286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6697" y="2396642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5604" y="2441631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697" y="3003987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5604" y="3048975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97" y="3611331"/>
            <a:ext cx="170956" cy="170956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5604" y="3656320"/>
            <a:ext cx="383088" cy="80979"/>
          </a:xfrm>
          <a:prstGeom prst="rect">
            <a:avLst/>
          </a:prstGeom>
          <a:solidFill>
            <a:srgbClr val="94A3B8">
              <a:alpha val="3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68146" y="320040"/>
            <a:ext cx="3431286" cy="494873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77874" y="478399"/>
            <a:ext cx="781812" cy="98975"/>
          </a:xfrm>
          <a:prstGeom prst="rect">
            <a:avLst/>
          </a:prstGeom>
          <a:solidFill>
            <a:srgbClr val="1E1B4B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23944" y="428912"/>
            <a:ext cx="329184" cy="292425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9586" y="1084844"/>
            <a:ext cx="991362" cy="94475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259586" y="1084844"/>
            <a:ext cx="991362" cy="25603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594" y="1157996"/>
            <a:ext cx="545249" cy="247437"/>
          </a:xfrm>
          <a:prstGeom prst="rect">
            <a:avLst/>
          </a:prstGeom>
          <a:solidFill>
            <a:srgbClr val="1E1B4B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594" y="1938162"/>
            <a:ext cx="644385" cy="80979"/>
          </a:xfrm>
          <a:prstGeom prst="rect">
            <a:avLst/>
          </a:prstGeom>
          <a:solidFill>
            <a:srgbClr val="94A3B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05812" y="1084844"/>
            <a:ext cx="991362" cy="94475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305812" y="1084844"/>
            <a:ext cx="991362" cy="25603"/>
          </a:xfrm>
          <a:prstGeom prst="rect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69820" y="1157996"/>
            <a:ext cx="545249" cy="247437"/>
          </a:xfrm>
          <a:prstGeom prst="rect">
            <a:avLst/>
          </a:prstGeom>
          <a:solidFill>
            <a:srgbClr val="1E1B4B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69820" y="1938162"/>
            <a:ext cx="644385" cy="80979"/>
          </a:xfrm>
          <a:prstGeom prst="rect">
            <a:avLst/>
          </a:prstGeom>
          <a:solidFill>
            <a:srgbClr val="94A3B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2038" y="1084844"/>
            <a:ext cx="991362" cy="94475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52038" y="1084844"/>
            <a:ext cx="991362" cy="25603"/>
          </a:xfrm>
          <a:prstGeom prst="rect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16046" y="1157996"/>
            <a:ext cx="545249" cy="247437"/>
          </a:xfrm>
          <a:prstGeom prst="rect">
            <a:avLst/>
          </a:prstGeom>
          <a:solidFill>
            <a:srgbClr val="1E1B4B">
              <a:alpha val="9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6046" y="1938162"/>
            <a:ext cx="644385" cy="80979"/>
          </a:xfrm>
          <a:prstGeom prst="rect">
            <a:avLst/>
          </a:prstGeom>
          <a:solidFill>
            <a:srgbClr val="94A3B8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259586" y="2232050"/>
            <a:ext cx="2015406" cy="249539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332738" y="2296058"/>
            <a:ext cx="50292" cy="50292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424178" y="2307031"/>
            <a:ext cx="1209244" cy="80979"/>
          </a:xfrm>
          <a:prstGeom prst="rect">
            <a:avLst/>
          </a:prstGeom>
          <a:solidFill>
            <a:srgbClr val="1E1B4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82384" y="2300630"/>
            <a:ext cx="128016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32738" y="2850591"/>
            <a:ext cx="50292" cy="50292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24178" y="2861564"/>
            <a:ext cx="1209244" cy="80979"/>
          </a:xfrm>
          <a:prstGeom prst="rect">
            <a:avLst/>
          </a:prstGeom>
          <a:solidFill>
            <a:srgbClr val="1E1B4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82384" y="2855163"/>
            <a:ext cx="128016" cy="36576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32738" y="3405124"/>
            <a:ext cx="50292" cy="50292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424178" y="3416097"/>
            <a:ext cx="1209244" cy="80979"/>
          </a:xfrm>
          <a:prstGeom prst="rect">
            <a:avLst/>
          </a:prstGeom>
          <a:solidFill>
            <a:srgbClr val="1E1B4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82384" y="3409696"/>
            <a:ext cx="128016" cy="3657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32738" y="3959657"/>
            <a:ext cx="50292" cy="50292"/>
          </a:xfrm>
          <a:prstGeom prst="ellipse">
            <a:avLst/>
          </a:prstGeom>
          <a:solidFill>
            <a:srgbClr val="94A3B8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424178" y="3970630"/>
            <a:ext cx="1209244" cy="80979"/>
          </a:xfrm>
          <a:prstGeom prst="rect">
            <a:avLst/>
          </a:prstGeom>
          <a:solidFill>
            <a:srgbClr val="1E1B4B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82384" y="3964229"/>
            <a:ext cx="128016" cy="36576"/>
          </a:xfrm>
          <a:prstGeom prst="rect">
            <a:avLst/>
          </a:prstGeom>
          <a:solidFill>
            <a:srgbClr val="94A3B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66432" y="2232050"/>
            <a:ext cx="1141560" cy="2495398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>
                <a:alpha val="18000"/>
              </a:srgbClr>
            </a:solidFill>
            <a:prstDash val="solid"/>
          </a:ln>
          <a:effectLst>
            <a:outerShdw sx="100000" sy="100000" kx="0" ky="0" algn="bl" rotWithShape="0" blurRad="101600" dist="25400" dir="8100000">
              <a:srgbClr val="64748B">
                <a:alpha val="13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439584" y="3814740"/>
            <a:ext cx="64008" cy="80298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81764" y="3241182"/>
            <a:ext cx="64008" cy="1376538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723943" y="3470605"/>
            <a:ext cx="64008" cy="1147115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66122" y="2552913"/>
            <a:ext cx="64008" cy="2064807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008302" y="2965875"/>
            <a:ext cx="64008" cy="1651845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50481" y="3355894"/>
            <a:ext cx="64008" cy="1261826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92661" y="2782336"/>
            <a:ext cx="64008" cy="1835384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56048" y="256032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56048" y="256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68112" y="2743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&amp; COLORFUL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5468112" y="62179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oscuro, acentos cálidos — energía y carácter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956048" y="950976"/>
            <a:ext cx="3950208" cy="16459"/>
          </a:xfrm>
          <a:prstGeom prst="rect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56048" y="10241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56048" y="1234440"/>
            <a:ext cx="658368" cy="347472"/>
          </a:xfrm>
          <a:prstGeom prst="rect">
            <a:avLst/>
          </a:prstGeom>
          <a:solidFill>
            <a:srgbClr val="FAFAF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56048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5751576" y="1234440"/>
            <a:ext cx="658368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51576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6547104" y="1234440"/>
            <a:ext cx="658368" cy="347472"/>
          </a:xfrm>
          <a:prstGeom prst="rect">
            <a:avLst/>
          </a:prstGeom>
          <a:solidFill>
            <a:srgbClr val="1E1B4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47104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42632" y="1234440"/>
            <a:ext cx="658368" cy="347472"/>
          </a:xfrm>
          <a:prstGeom prst="rect">
            <a:avLst/>
          </a:prstGeom>
          <a:solidFill>
            <a:srgbClr val="F59E0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42632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8138160" y="1234440"/>
            <a:ext cx="658368" cy="347472"/>
          </a:xfrm>
          <a:prstGeom prst="rect">
            <a:avLst/>
          </a:prstGeom>
          <a:solidFill>
            <a:srgbClr val="FDE68A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138160" y="16002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2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956048" y="1837944"/>
            <a:ext cx="3950208" cy="16459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956048" y="1920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4956048" y="213055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 — Arial Black / Bold</a:t>
            </a:r>
            <a:endParaRPr lang="en-US" sz="1900" dirty="0"/>
          </a:p>
        </p:txBody>
      </p:sp>
      <p:sp>
        <p:nvSpPr>
          <p:cNvPr id="73" name="Text 71"/>
          <p:cNvSpPr/>
          <p:nvPr/>
        </p:nvSpPr>
        <p:spPr>
          <a:xfrm>
            <a:off x="4956048" y="246888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Impactante, alto contraste, personalidad fuerte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956048" y="2761488"/>
            <a:ext cx="3950208" cy="16459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956048" y="2834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CLAVE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4956048" y="310896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38928" y="306324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 extremo sidebar oscuro / contenido claro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956048" y="338328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138928" y="333756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Ámbar comunica urgencia y acción inmediata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956048" y="365760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138928" y="361188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y memorable — diferencia COSP en el mercado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4956048" y="3931920"/>
            <a:ext cx="118872" cy="1188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138928" y="3886200"/>
            <a:ext cx="3749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idéntico a apps de seguridad industriales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C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6344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6968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28216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9464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0088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10712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31336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93208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13832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34456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75704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6328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16952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7576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8200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878824" y="4572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86968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07592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28216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48840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69464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90088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0712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31336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51960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2584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93208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13832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34456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75704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96328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16952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37576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58200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78824" y="49377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6344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6968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07592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28216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48840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9464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990088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10712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31336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51960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72584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093208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13832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34456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55080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775704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196328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16952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037576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458200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878824" y="94183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66344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6968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307592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728216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148840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569464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90088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10712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31336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251960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672584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093208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513832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934456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355080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775704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196328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616952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037576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58200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878824" y="138988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66344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86968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307592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28216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148840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569464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90088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410712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831336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251960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672584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093208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513832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934456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355080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775704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196328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616952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037576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58200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878824" y="183794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5720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66344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886968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307592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728216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48840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2569464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2990088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10712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3831336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251960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72584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093208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513832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934456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355080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6775704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196328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616952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8037576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8458200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878824" y="228600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5720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66344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86968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307592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728216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148840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569464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90088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3410712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3831336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4251960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672584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093208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513832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934456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355080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775704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96328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616952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037576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458200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878824" y="273405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45720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66344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86968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307592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728216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2148840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2569464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990088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410712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3831336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251960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4672584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5093208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5513832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5934456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355080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6775704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7196328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7616952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37576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8458200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8878824" y="3182112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45720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66344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86968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307592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728216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148840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2569464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2990088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410712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831336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251960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672584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5093208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5513832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5934456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6355080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775704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7196328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7616952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037576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458200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8878824" y="3630168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5720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66344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86968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1307592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728216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148840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2569464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990088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3410712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831336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4251960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4672584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5093208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513832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934456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6355080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6775704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196328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7616952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037576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8458200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8878824" y="4078224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5720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466344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886968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307592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728216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2148840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2569464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990088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3410712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3831336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4251960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672584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5093208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5513832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5934456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6775704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7196328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7616952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037576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8458200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8878824" y="4526280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5720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466344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886968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307592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728216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148840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2569464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990088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410712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3831336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251960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4672584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093208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513832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5934456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355080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775704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196328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616952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037576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458200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878824" y="4974336"/>
            <a:ext cx="27432" cy="27432"/>
          </a:xfrm>
          <a:prstGeom prst="ellipse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411480" y="182880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Opciones</a:t>
            </a:r>
            <a:endParaRPr lang="en-US" sz="2600" dirty="0"/>
          </a:p>
        </p:txBody>
      </p:sp>
      <p:sp>
        <p:nvSpPr>
          <p:cNvPr id="267" name="Shape 265"/>
          <p:cNvSpPr/>
          <p:nvPr/>
        </p:nvSpPr>
        <p:spPr>
          <a:xfrm>
            <a:off x="411480" y="694944"/>
            <a:ext cx="8321040" cy="16459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8" name="Text 266"/>
          <p:cNvSpPr/>
          <p:nvPr/>
        </p:nvSpPr>
        <p:spPr>
          <a:xfrm>
            <a:off x="411480" y="7498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950" dirty="0"/>
          </a:p>
        </p:txBody>
      </p:sp>
      <p:sp>
        <p:nvSpPr>
          <p:cNvPr id="269" name="Text 267"/>
          <p:cNvSpPr/>
          <p:nvPr/>
        </p:nvSpPr>
        <p:spPr>
          <a:xfrm>
            <a:off x="2148840" y="749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Premium</a:t>
            </a:r>
            <a:endParaRPr lang="en-US" sz="950" dirty="0"/>
          </a:p>
        </p:txBody>
      </p:sp>
      <p:sp>
        <p:nvSpPr>
          <p:cNvPr id="270" name="Text 268"/>
          <p:cNvSpPr/>
          <p:nvPr/>
        </p:nvSpPr>
        <p:spPr>
          <a:xfrm>
            <a:off x="3749040" y="749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Clean</a:t>
            </a:r>
            <a:endParaRPr lang="en-US" sz="950" dirty="0"/>
          </a:p>
        </p:txBody>
      </p:sp>
      <p:sp>
        <p:nvSpPr>
          <p:cNvPr id="271" name="Text 269"/>
          <p:cNvSpPr/>
          <p:nvPr/>
        </p:nvSpPr>
        <p:spPr>
          <a:xfrm>
            <a:off x="5349240" y="749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E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</a:t>
            </a:r>
            <a:endParaRPr lang="en-US" sz="950" dirty="0"/>
          </a:p>
        </p:txBody>
      </p:sp>
      <p:sp>
        <p:nvSpPr>
          <p:cNvPr id="272" name="Text 270"/>
          <p:cNvSpPr/>
          <p:nvPr/>
        </p:nvSpPr>
        <p:spPr>
          <a:xfrm>
            <a:off x="6949440" y="7498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Bold &amp; Colorful</a:t>
            </a:r>
            <a:endParaRPr lang="en-US" sz="950" dirty="0"/>
          </a:p>
        </p:txBody>
      </p:sp>
      <p:sp>
        <p:nvSpPr>
          <p:cNvPr id="273" name="Shape 271"/>
          <p:cNvSpPr/>
          <p:nvPr/>
        </p:nvSpPr>
        <p:spPr>
          <a:xfrm>
            <a:off x="411480" y="1115568"/>
            <a:ext cx="8321040" cy="457200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457200" y="118872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largas</a:t>
            </a:r>
            <a:endParaRPr lang="en-US" sz="1050" dirty="0"/>
          </a:p>
        </p:txBody>
      </p:sp>
      <p:sp>
        <p:nvSpPr>
          <p:cNvPr id="275" name="Shape 273"/>
          <p:cNvSpPr/>
          <p:nvPr/>
        </p:nvSpPr>
        <p:spPr>
          <a:xfrm>
            <a:off x="2578608" y="12618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2720340" y="12618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2862072" y="12618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3003804" y="12618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3145536" y="126187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4178808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4320540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4462272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4604004" y="126187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4745736" y="1261872"/>
            <a:ext cx="109728" cy="10972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779008" y="12618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5920740" y="12618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062472" y="12618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6204204" y="12618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6345936" y="126187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379208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7520940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7662672" y="126187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7804404" y="1261872"/>
            <a:ext cx="109728" cy="10972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7946136" y="1261872"/>
            <a:ext cx="109728" cy="10972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411480" y="1645920"/>
            <a:ext cx="8321040" cy="457200"/>
          </a:xfrm>
          <a:prstGeom prst="rect">
            <a:avLst/>
          </a:prstGeom>
          <a:solidFill>
            <a:srgbClr val="1E293B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6" name="Text 294"/>
          <p:cNvSpPr/>
          <p:nvPr/>
        </p:nvSpPr>
        <p:spPr>
          <a:xfrm>
            <a:off x="457200" y="171907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Proyectores</a:t>
            </a:r>
            <a:endParaRPr lang="en-US" sz="1050" dirty="0"/>
          </a:p>
        </p:txBody>
      </p:sp>
      <p:sp>
        <p:nvSpPr>
          <p:cNvPr id="297" name="Shape 295"/>
          <p:cNvSpPr/>
          <p:nvPr/>
        </p:nvSpPr>
        <p:spPr>
          <a:xfrm>
            <a:off x="2578608" y="17922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2720340" y="17922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2862072" y="179222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003804" y="1792224"/>
            <a:ext cx="109728" cy="10972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3145536" y="1792224"/>
            <a:ext cx="109728" cy="10972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178808" y="17922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320540" y="17922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462272" y="17922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604004" y="17922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745736" y="1792224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5779008" y="17922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5920740" y="17922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6062472" y="1792224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6204204" y="1792224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6345936" y="1792224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7379208" y="17922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7520940" y="17922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7662672" y="17922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7804404" y="179222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7946136" y="1792224"/>
            <a:ext cx="109728" cy="10972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411480" y="2176272"/>
            <a:ext cx="8321040" cy="457200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457200" y="224942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visual</a:t>
            </a:r>
            <a:endParaRPr lang="en-US" sz="1050" dirty="0"/>
          </a:p>
        </p:txBody>
      </p:sp>
      <p:sp>
        <p:nvSpPr>
          <p:cNvPr id="319" name="Shape 317"/>
          <p:cNvSpPr/>
          <p:nvPr/>
        </p:nvSpPr>
        <p:spPr>
          <a:xfrm>
            <a:off x="2578608" y="23225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0" name="Shape 318"/>
          <p:cNvSpPr/>
          <p:nvPr/>
        </p:nvSpPr>
        <p:spPr>
          <a:xfrm>
            <a:off x="2720340" y="23225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1" name="Shape 319"/>
          <p:cNvSpPr/>
          <p:nvPr/>
        </p:nvSpPr>
        <p:spPr>
          <a:xfrm>
            <a:off x="2862072" y="23225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2" name="Shape 320"/>
          <p:cNvSpPr/>
          <p:nvPr/>
        </p:nvSpPr>
        <p:spPr>
          <a:xfrm>
            <a:off x="3003804" y="23225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3145536" y="2322576"/>
            <a:ext cx="109728" cy="10972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4178808" y="23225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5" name="Shape 323"/>
          <p:cNvSpPr/>
          <p:nvPr/>
        </p:nvSpPr>
        <p:spPr>
          <a:xfrm>
            <a:off x="4320540" y="23225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6" name="Shape 324"/>
          <p:cNvSpPr/>
          <p:nvPr/>
        </p:nvSpPr>
        <p:spPr>
          <a:xfrm>
            <a:off x="4462272" y="2322576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7" name="Shape 325"/>
          <p:cNvSpPr/>
          <p:nvPr/>
        </p:nvSpPr>
        <p:spPr>
          <a:xfrm>
            <a:off x="4604004" y="2322576"/>
            <a:ext cx="109728" cy="10972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8" name="Shape 326"/>
          <p:cNvSpPr/>
          <p:nvPr/>
        </p:nvSpPr>
        <p:spPr>
          <a:xfrm>
            <a:off x="4745736" y="2322576"/>
            <a:ext cx="109728" cy="10972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9" name="Shape 327"/>
          <p:cNvSpPr/>
          <p:nvPr/>
        </p:nvSpPr>
        <p:spPr>
          <a:xfrm>
            <a:off x="5779008" y="232257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0" name="Shape 328"/>
          <p:cNvSpPr/>
          <p:nvPr/>
        </p:nvSpPr>
        <p:spPr>
          <a:xfrm>
            <a:off x="5920740" y="232257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1" name="Shape 329"/>
          <p:cNvSpPr/>
          <p:nvPr/>
        </p:nvSpPr>
        <p:spPr>
          <a:xfrm>
            <a:off x="6062472" y="232257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6204204" y="232257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6345936" y="2322576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7379208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7520940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7662672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7804404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>
            <a:off x="7946136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>
            <a:off x="411480" y="2706624"/>
            <a:ext cx="8321040" cy="457200"/>
          </a:xfrm>
          <a:prstGeom prst="rect">
            <a:avLst/>
          </a:prstGeom>
          <a:solidFill>
            <a:srgbClr val="1E293B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457200" y="277977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Facilidad adopción</a:t>
            </a:r>
            <a:endParaRPr lang="en-US" sz="1050" dirty="0"/>
          </a:p>
        </p:txBody>
      </p:sp>
      <p:sp>
        <p:nvSpPr>
          <p:cNvPr id="341" name="Shape 339"/>
          <p:cNvSpPr/>
          <p:nvPr/>
        </p:nvSpPr>
        <p:spPr>
          <a:xfrm>
            <a:off x="2578608" y="285292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>
            <a:off x="2720340" y="285292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>
            <a:off x="2862072" y="285292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>
            <a:off x="3003804" y="285292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>
            <a:off x="3145536" y="2852928"/>
            <a:ext cx="109728" cy="10972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>
            <a:off x="4178808" y="28529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>
            <a:off x="4320540" y="28529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>
            <a:off x="4462272" y="28529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4604004" y="28529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4745736" y="2852928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1" name="Shape 349"/>
          <p:cNvSpPr/>
          <p:nvPr/>
        </p:nvSpPr>
        <p:spPr>
          <a:xfrm>
            <a:off x="5779008" y="28529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2" name="Shape 350"/>
          <p:cNvSpPr/>
          <p:nvPr/>
        </p:nvSpPr>
        <p:spPr>
          <a:xfrm>
            <a:off x="5920740" y="28529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3" name="Shape 351"/>
          <p:cNvSpPr/>
          <p:nvPr/>
        </p:nvSpPr>
        <p:spPr>
          <a:xfrm>
            <a:off x="6062472" y="2852928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4" name="Shape 352"/>
          <p:cNvSpPr/>
          <p:nvPr/>
        </p:nvSpPr>
        <p:spPr>
          <a:xfrm>
            <a:off x="6204204" y="2852928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5" name="Shape 353"/>
          <p:cNvSpPr/>
          <p:nvPr/>
        </p:nvSpPr>
        <p:spPr>
          <a:xfrm>
            <a:off x="6345936" y="2852928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6" name="Shape 354"/>
          <p:cNvSpPr/>
          <p:nvPr/>
        </p:nvSpPr>
        <p:spPr>
          <a:xfrm>
            <a:off x="7379208" y="28529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7" name="Shape 355"/>
          <p:cNvSpPr/>
          <p:nvPr/>
        </p:nvSpPr>
        <p:spPr>
          <a:xfrm>
            <a:off x="7520940" y="28529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8" name="Shape 356"/>
          <p:cNvSpPr/>
          <p:nvPr/>
        </p:nvSpPr>
        <p:spPr>
          <a:xfrm>
            <a:off x="7662672" y="28529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7804404" y="28529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0" name="Shape 358"/>
          <p:cNvSpPr/>
          <p:nvPr/>
        </p:nvSpPr>
        <p:spPr>
          <a:xfrm>
            <a:off x="7946136" y="2852928"/>
            <a:ext cx="109728" cy="10972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1" name="Shape 359"/>
          <p:cNvSpPr/>
          <p:nvPr/>
        </p:nvSpPr>
        <p:spPr>
          <a:xfrm>
            <a:off x="411480" y="3236976"/>
            <a:ext cx="8321040" cy="457200"/>
          </a:xfrm>
          <a:prstGeom prst="rect">
            <a:avLst/>
          </a:prstGeom>
          <a:solidFill>
            <a:srgbClr val="1E293B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2" name="Text 360"/>
          <p:cNvSpPr/>
          <p:nvPr/>
        </p:nvSpPr>
        <p:spPr>
          <a:xfrm>
            <a:off x="457200" y="33101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</a:t>
            </a:r>
            <a:endParaRPr lang="en-US" sz="1050" dirty="0"/>
          </a:p>
        </p:txBody>
      </p:sp>
      <p:sp>
        <p:nvSpPr>
          <p:cNvPr id="363" name="Shape 361"/>
          <p:cNvSpPr/>
          <p:nvPr/>
        </p:nvSpPr>
        <p:spPr>
          <a:xfrm>
            <a:off x="2578608" y="33832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4" name="Shape 362"/>
          <p:cNvSpPr/>
          <p:nvPr/>
        </p:nvSpPr>
        <p:spPr>
          <a:xfrm>
            <a:off x="2720340" y="33832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5" name="Shape 363"/>
          <p:cNvSpPr/>
          <p:nvPr/>
        </p:nvSpPr>
        <p:spPr>
          <a:xfrm>
            <a:off x="2862072" y="33832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6" name="Shape 364"/>
          <p:cNvSpPr/>
          <p:nvPr/>
        </p:nvSpPr>
        <p:spPr>
          <a:xfrm>
            <a:off x="3003804" y="338328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7" name="Shape 365"/>
          <p:cNvSpPr/>
          <p:nvPr/>
        </p:nvSpPr>
        <p:spPr>
          <a:xfrm>
            <a:off x="3145536" y="3383280"/>
            <a:ext cx="109728" cy="10972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8" name="Shape 366"/>
          <p:cNvSpPr/>
          <p:nvPr/>
        </p:nvSpPr>
        <p:spPr>
          <a:xfrm>
            <a:off x="4178808" y="33832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9" name="Shape 367"/>
          <p:cNvSpPr/>
          <p:nvPr/>
        </p:nvSpPr>
        <p:spPr>
          <a:xfrm>
            <a:off x="4320540" y="33832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0" name="Shape 368"/>
          <p:cNvSpPr/>
          <p:nvPr/>
        </p:nvSpPr>
        <p:spPr>
          <a:xfrm>
            <a:off x="4462272" y="3383280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1" name="Shape 369"/>
          <p:cNvSpPr/>
          <p:nvPr/>
        </p:nvSpPr>
        <p:spPr>
          <a:xfrm>
            <a:off x="4604004" y="3383280"/>
            <a:ext cx="109728" cy="10972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2" name="Shape 370"/>
          <p:cNvSpPr/>
          <p:nvPr/>
        </p:nvSpPr>
        <p:spPr>
          <a:xfrm>
            <a:off x="4745736" y="3383280"/>
            <a:ext cx="109728" cy="109728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3" name="Shape 371"/>
          <p:cNvSpPr/>
          <p:nvPr/>
        </p:nvSpPr>
        <p:spPr>
          <a:xfrm>
            <a:off x="5779008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4" name="Shape 372"/>
          <p:cNvSpPr/>
          <p:nvPr/>
        </p:nvSpPr>
        <p:spPr>
          <a:xfrm>
            <a:off x="5920740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5" name="Shape 373"/>
          <p:cNvSpPr/>
          <p:nvPr/>
        </p:nvSpPr>
        <p:spPr>
          <a:xfrm>
            <a:off x="6062472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6" name="Shape 374"/>
          <p:cNvSpPr/>
          <p:nvPr/>
        </p:nvSpPr>
        <p:spPr>
          <a:xfrm>
            <a:off x="6204204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7" name="Shape 375"/>
          <p:cNvSpPr/>
          <p:nvPr/>
        </p:nvSpPr>
        <p:spPr>
          <a:xfrm>
            <a:off x="6345936" y="3383280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8" name="Shape 376"/>
          <p:cNvSpPr/>
          <p:nvPr/>
        </p:nvSpPr>
        <p:spPr>
          <a:xfrm>
            <a:off x="7379208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9" name="Shape 377"/>
          <p:cNvSpPr/>
          <p:nvPr/>
        </p:nvSpPr>
        <p:spPr>
          <a:xfrm>
            <a:off x="7520940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0" name="Shape 378"/>
          <p:cNvSpPr/>
          <p:nvPr/>
        </p:nvSpPr>
        <p:spPr>
          <a:xfrm>
            <a:off x="7662672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1" name="Shape 379"/>
          <p:cNvSpPr/>
          <p:nvPr/>
        </p:nvSpPr>
        <p:spPr>
          <a:xfrm>
            <a:off x="7804404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2" name="Shape 380"/>
          <p:cNvSpPr/>
          <p:nvPr/>
        </p:nvSpPr>
        <p:spPr>
          <a:xfrm>
            <a:off x="7946136" y="3383280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3" name="Shape 381"/>
          <p:cNvSpPr/>
          <p:nvPr/>
        </p:nvSpPr>
        <p:spPr>
          <a:xfrm>
            <a:off x="411480" y="3767328"/>
            <a:ext cx="8321040" cy="457200"/>
          </a:xfrm>
          <a:prstGeom prst="rect">
            <a:avLst/>
          </a:prstGeom>
          <a:solidFill>
            <a:srgbClr val="1E293B">
              <a:alpha val="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4" name="Text 382"/>
          <p:cNvSpPr/>
          <p:nvPr/>
        </p:nvSpPr>
        <p:spPr>
          <a:xfrm>
            <a:off x="457200" y="384048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</a:t>
            </a:r>
            <a:endParaRPr lang="en-US" sz="1050" dirty="0"/>
          </a:p>
        </p:txBody>
      </p:sp>
      <p:sp>
        <p:nvSpPr>
          <p:cNvPr id="385" name="Shape 383"/>
          <p:cNvSpPr/>
          <p:nvPr/>
        </p:nvSpPr>
        <p:spPr>
          <a:xfrm>
            <a:off x="2578608" y="39136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6" name="Shape 384"/>
          <p:cNvSpPr/>
          <p:nvPr/>
        </p:nvSpPr>
        <p:spPr>
          <a:xfrm>
            <a:off x="2720340" y="39136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7" name="Shape 385"/>
          <p:cNvSpPr/>
          <p:nvPr/>
        </p:nvSpPr>
        <p:spPr>
          <a:xfrm>
            <a:off x="2862072" y="39136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8" name="Shape 386"/>
          <p:cNvSpPr/>
          <p:nvPr/>
        </p:nvSpPr>
        <p:spPr>
          <a:xfrm>
            <a:off x="3003804" y="39136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9" name="Shape 387"/>
          <p:cNvSpPr/>
          <p:nvPr/>
        </p:nvSpPr>
        <p:spPr>
          <a:xfrm>
            <a:off x="3145536" y="3913632"/>
            <a:ext cx="109728" cy="109728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0" name="Shape 388"/>
          <p:cNvSpPr/>
          <p:nvPr/>
        </p:nvSpPr>
        <p:spPr>
          <a:xfrm>
            <a:off x="4178808" y="3913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1" name="Shape 389"/>
          <p:cNvSpPr/>
          <p:nvPr/>
        </p:nvSpPr>
        <p:spPr>
          <a:xfrm>
            <a:off x="4320540" y="3913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2" name="Shape 390"/>
          <p:cNvSpPr/>
          <p:nvPr/>
        </p:nvSpPr>
        <p:spPr>
          <a:xfrm>
            <a:off x="4462272" y="3913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3" name="Shape 391"/>
          <p:cNvSpPr/>
          <p:nvPr/>
        </p:nvSpPr>
        <p:spPr>
          <a:xfrm>
            <a:off x="4604004" y="3913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4" name="Shape 392"/>
          <p:cNvSpPr/>
          <p:nvPr/>
        </p:nvSpPr>
        <p:spPr>
          <a:xfrm>
            <a:off x="4745736" y="3913632"/>
            <a:ext cx="109728" cy="10972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5" name="Shape 393"/>
          <p:cNvSpPr/>
          <p:nvPr/>
        </p:nvSpPr>
        <p:spPr>
          <a:xfrm>
            <a:off x="5779008" y="39136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6" name="Shape 394"/>
          <p:cNvSpPr/>
          <p:nvPr/>
        </p:nvSpPr>
        <p:spPr>
          <a:xfrm>
            <a:off x="5920740" y="39136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7" name="Shape 395"/>
          <p:cNvSpPr/>
          <p:nvPr/>
        </p:nvSpPr>
        <p:spPr>
          <a:xfrm>
            <a:off x="6062472" y="39136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8" name="Shape 396"/>
          <p:cNvSpPr/>
          <p:nvPr/>
        </p:nvSpPr>
        <p:spPr>
          <a:xfrm>
            <a:off x="6204204" y="3913632"/>
            <a:ext cx="109728" cy="10972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9" name="Shape 397"/>
          <p:cNvSpPr/>
          <p:nvPr/>
        </p:nvSpPr>
        <p:spPr>
          <a:xfrm>
            <a:off x="6345936" y="3913632"/>
            <a:ext cx="109728" cy="109728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0" name="Shape 398"/>
          <p:cNvSpPr/>
          <p:nvPr/>
        </p:nvSpPr>
        <p:spPr>
          <a:xfrm>
            <a:off x="7379208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1" name="Shape 399"/>
          <p:cNvSpPr/>
          <p:nvPr/>
        </p:nvSpPr>
        <p:spPr>
          <a:xfrm>
            <a:off x="7520940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2" name="Shape 400"/>
          <p:cNvSpPr/>
          <p:nvPr/>
        </p:nvSpPr>
        <p:spPr>
          <a:xfrm>
            <a:off x="7662672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3" name="Shape 401"/>
          <p:cNvSpPr/>
          <p:nvPr/>
        </p:nvSpPr>
        <p:spPr>
          <a:xfrm>
            <a:off x="7804404" y="3913632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4" name="Shape 402"/>
          <p:cNvSpPr/>
          <p:nvPr/>
        </p:nvSpPr>
        <p:spPr>
          <a:xfrm>
            <a:off x="7946136" y="3913632"/>
            <a:ext cx="109728" cy="10972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5" name="Shape 403"/>
          <p:cNvSpPr/>
          <p:nvPr/>
        </p:nvSpPr>
        <p:spPr>
          <a:xfrm>
            <a:off x="411480" y="4297680"/>
            <a:ext cx="8321040" cy="16459"/>
          </a:xfrm>
          <a:prstGeom prst="rect">
            <a:avLst/>
          </a:prstGeom>
          <a:solidFill>
            <a:srgbClr val="3341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6" name="Text 404"/>
          <p:cNvSpPr/>
          <p:nvPr/>
        </p:nvSpPr>
        <p:spPr>
          <a:xfrm>
            <a:off x="411480" y="429768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de estas direcciones se alinea mejor con la visión del producto?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COSP — Propuestas de Rediseño</dc:title>
  <dc:subject>PptxGenJS Presentation</dc:subject>
  <dc:creator>PptxGenJS</dc:creator>
  <cp:lastModifiedBy>PptxGenJS</cp:lastModifiedBy>
  <cp:revision>1</cp:revision>
  <dcterms:created xsi:type="dcterms:W3CDTF">2026-05-26T23:33:22Z</dcterms:created>
  <dcterms:modified xsi:type="dcterms:W3CDTF">2026-05-26T23:33:22Z</dcterms:modified>
</cp:coreProperties>
</file>